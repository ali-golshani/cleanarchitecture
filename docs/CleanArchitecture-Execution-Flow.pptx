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50" r:id="rId1"/>
  </p:sldMasterIdLst>
  <p:notesMasterIdLst>
    <p:notesMasterId r:id="rId3"/>
  </p:notesMasterIdLst>
  <p:sldIdLst>
    <p:sldId id="261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5726" autoAdjust="0"/>
  </p:normalViewPr>
  <p:slideViewPr>
    <p:cSldViewPr snapToGrid="0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A1EF7C-82D0-0FBB-C76E-8230273980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3574FA-7838-49AF-7B43-DF24FA7CBC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74975E-6B56-130E-926D-A7C66E4400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Editable architecture diagram recreated from the approved project design. Solid connectors show execution flow; dashed connectors show optional or cross-cutting behavior.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EDD9F3-F6DF-8FD4-5ED2-49A45E78DF66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134988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642" y="97104"/>
            <a:ext cx="4134357" cy="3331896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44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8" y="4492488"/>
            <a:ext cx="3349751" cy="1411356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16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373880" y="0"/>
            <a:ext cx="781812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6644" y="6338703"/>
            <a:ext cx="2196699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2383669" y="6338703"/>
            <a:ext cx="1392578" cy="365125"/>
          </a:xfrm>
        </p:spPr>
        <p:txBody>
          <a:bodyPr/>
          <a:lstStyle/>
          <a:p>
            <a:fld id="{710AE426-CBD1-49BA-A1DA-945CCEE2ED80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3776247" y="6342301"/>
            <a:ext cx="429207" cy="365125"/>
          </a:xfrm>
        </p:spPr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11368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709862"/>
            <a:ext cx="10963656" cy="45137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AE426-CBD1-49BA-A1DA-945CCEE2ED80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99903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846390" y="1411358"/>
            <a:ext cx="3888410" cy="2845567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4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846388" y="4403039"/>
            <a:ext cx="3888410" cy="1123122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6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51A639AF-317A-79DF-3175-64C726EA3189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0"/>
            <a:ext cx="7424272" cy="6858000"/>
          </a:xfrm>
          <a:custGeom>
            <a:avLst/>
            <a:gdLst>
              <a:gd name="connsiteX0" fmla="*/ 0 w 7195675"/>
              <a:gd name="connsiteY0" fmla="*/ 0 h 6858000"/>
              <a:gd name="connsiteX1" fmla="*/ 7195675 w 7195675"/>
              <a:gd name="connsiteY1" fmla="*/ 0 h 6858000"/>
              <a:gd name="connsiteX2" fmla="*/ 7195675 w 7195675"/>
              <a:gd name="connsiteY2" fmla="*/ 6858000 h 6858000"/>
              <a:gd name="connsiteX3" fmla="*/ 0 w 7195675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95675" h="6858000">
                <a:moveTo>
                  <a:pt x="0" y="0"/>
                </a:moveTo>
                <a:lnTo>
                  <a:pt x="7195675" y="0"/>
                </a:lnTo>
                <a:lnTo>
                  <a:pt x="7195675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46388" y="6343955"/>
            <a:ext cx="210048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767853" y="6343955"/>
            <a:ext cx="14751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710AE426-CBD1-49BA-A1DA-945CCEE2ED80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6066" y="6343955"/>
            <a:ext cx="429207" cy="365125"/>
          </a:xfrm>
        </p:spPr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4139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7" y="1143000"/>
            <a:ext cx="8683753" cy="3095149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60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7" y="4498848"/>
            <a:ext cx="6881457" cy="1014984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8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2647" y="6343955"/>
            <a:ext cx="2805405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221509" y="6343955"/>
            <a:ext cx="2875064" cy="365125"/>
          </a:xfrm>
        </p:spPr>
        <p:txBody>
          <a:bodyPr/>
          <a:lstStyle/>
          <a:p>
            <a:fld id="{710AE426-CBD1-49BA-A1DA-945CCEE2ED80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03757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AC53C90-8C33-0C80-CBD4-B3BEE604E2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758" y="1869103"/>
            <a:ext cx="9337042" cy="4906929"/>
          </a:xfrm>
        </p:spPr>
        <p:txBody>
          <a:bodyPr>
            <a:normAutofit/>
          </a:bodyPr>
          <a:lstStyle>
            <a:lvl1pPr>
              <a:defRPr sz="7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2647" y="137388"/>
            <a:ext cx="2805405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93929" y="137388"/>
            <a:ext cx="2202644" cy="365125"/>
          </a:xfrm>
        </p:spPr>
        <p:txBody>
          <a:bodyPr/>
          <a:lstStyle/>
          <a:p>
            <a:fld id="{710AE426-CBD1-49BA-A1DA-945CCEE2ED80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7096" y="137388"/>
            <a:ext cx="429207" cy="365125"/>
          </a:xfrm>
        </p:spPr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16132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111" y="105196"/>
            <a:ext cx="9023561" cy="2113392"/>
          </a:xfrm>
        </p:spPr>
        <p:txBody>
          <a:bodyPr anchor="t">
            <a:normAutofit/>
          </a:bodyPr>
          <a:lstStyle>
            <a:lvl1pPr>
              <a:defRPr sz="7200"/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647" y="2484255"/>
            <a:ext cx="8467558" cy="3539514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1800"/>
            </a:lvl1pPr>
            <a:lvl2pPr marL="685800" indent="-457200">
              <a:buFont typeface="+mj-lt"/>
              <a:buAutoNum type="arabicPeriod"/>
              <a:defRPr sz="1600"/>
            </a:lvl2pPr>
            <a:lvl3pPr marL="800100" indent="-342900">
              <a:buFont typeface="+mj-lt"/>
              <a:buAutoNum type="arabicPeriod"/>
              <a:defRPr sz="1400"/>
            </a:lvl3pPr>
            <a:lvl4pPr marL="1028700" indent="-342900">
              <a:buFont typeface="+mj-lt"/>
              <a:buAutoNum type="arabicPeriod"/>
              <a:defRPr sz="1400"/>
            </a:lvl4pPr>
            <a:lvl5pPr marL="1257300" indent="-342900">
              <a:buFont typeface="+mj-lt"/>
              <a:buAutoNum type="arabicPeriod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AE426-CBD1-49BA-A1DA-945CCEE2ED80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81773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41011" y="73742"/>
            <a:ext cx="6863496" cy="2220726"/>
          </a:xfrm>
        </p:spPr>
        <p:txBody>
          <a:bodyPr anchor="t">
            <a:normAutofit/>
          </a:bodyPr>
          <a:lstStyle>
            <a:lvl1pPr>
              <a:defRPr sz="7200"/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D26684C-23E4-F6A1-5A03-70AE7BEA72C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0"/>
            <a:ext cx="4565591" cy="6858000"/>
          </a:xfrm>
          <a:custGeom>
            <a:avLst/>
            <a:gdLst>
              <a:gd name="connsiteX0" fmla="*/ 0 w 4565591"/>
              <a:gd name="connsiteY0" fmla="*/ 0 h 6858000"/>
              <a:gd name="connsiteX1" fmla="*/ 4565591 w 4565591"/>
              <a:gd name="connsiteY1" fmla="*/ 0 h 6858000"/>
              <a:gd name="connsiteX2" fmla="*/ 4565591 w 4565591"/>
              <a:gd name="connsiteY2" fmla="*/ 6858000 h 6858000"/>
              <a:gd name="connsiteX3" fmla="*/ 0 w 4565591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65591" h="6858000">
                <a:moveTo>
                  <a:pt x="0" y="0"/>
                </a:moveTo>
                <a:lnTo>
                  <a:pt x="4565591" y="0"/>
                </a:lnTo>
                <a:lnTo>
                  <a:pt x="4565591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88000" y="2726267"/>
            <a:ext cx="5916507" cy="3436789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000"/>
            </a:lvl1pPr>
            <a:lvl2pPr marL="571500" indent="-342900">
              <a:buFont typeface="+mj-lt"/>
              <a:buAutoNum type="arabicPeriod"/>
              <a:defRPr sz="1800"/>
            </a:lvl2pPr>
            <a:lvl3pPr marL="800100" indent="-342900">
              <a:buFont typeface="+mj-lt"/>
              <a:buAutoNum type="arabicPeriod"/>
              <a:defRPr sz="1600"/>
            </a:lvl3pPr>
            <a:lvl4pPr marL="1028700" indent="-342900">
              <a:buFont typeface="+mj-lt"/>
              <a:buAutoNum type="arabicPeriod"/>
              <a:defRPr sz="1400"/>
            </a:lvl4pPr>
            <a:lvl5pPr>
              <a:buFont typeface="+mj-lt"/>
              <a:buAutoNum type="arabicPeriod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588000" y="6343955"/>
            <a:ext cx="29854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535886" y="6343955"/>
            <a:ext cx="1553108" cy="365125"/>
          </a:xfrm>
        </p:spPr>
        <p:txBody>
          <a:bodyPr/>
          <a:lstStyle/>
          <a:p>
            <a:fld id="{710AE426-CBD1-49BA-A1DA-945CCEE2ED80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7096" y="6343955"/>
            <a:ext cx="429207" cy="365125"/>
          </a:xfrm>
        </p:spPr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46875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8" y="1388700"/>
            <a:ext cx="3923455" cy="408358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56011" y="1389134"/>
            <a:ext cx="6045390" cy="40835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AE426-CBD1-49BA-A1DA-945CCEE2ED80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53137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707549"/>
            <a:ext cx="3349754" cy="2721451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5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48200" y="708184"/>
            <a:ext cx="6928103" cy="55148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AE426-CBD1-49BA-A1DA-945CCEE2ED80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64006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6011" y="612648"/>
            <a:ext cx="6426389" cy="1143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0F6718FE-EF5C-5023-A98D-91BFEF2C033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4560454" cy="6858000"/>
          </a:xfrm>
          <a:custGeom>
            <a:avLst/>
            <a:gdLst>
              <a:gd name="connsiteX0" fmla="*/ 0 w 4560454"/>
              <a:gd name="connsiteY0" fmla="*/ 0 h 6858000"/>
              <a:gd name="connsiteX1" fmla="*/ 4560454 w 4560454"/>
              <a:gd name="connsiteY1" fmla="*/ 0 h 6858000"/>
              <a:gd name="connsiteX2" fmla="*/ 4560454 w 4560454"/>
              <a:gd name="connsiteY2" fmla="*/ 6858000 h 6858000"/>
              <a:gd name="connsiteX3" fmla="*/ 0 w 4560454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60454" h="6858000">
                <a:moveTo>
                  <a:pt x="0" y="0"/>
                </a:moveTo>
                <a:lnTo>
                  <a:pt x="4560454" y="0"/>
                </a:lnTo>
                <a:lnTo>
                  <a:pt x="4560454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57368" y="1978488"/>
            <a:ext cx="6418935" cy="42855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156010" y="6343955"/>
            <a:ext cx="336490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42B5C-5438-96A4-4A2A-AE939906F8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030713" y="6343955"/>
            <a:ext cx="2060808" cy="365125"/>
          </a:xfrm>
        </p:spPr>
        <p:txBody>
          <a:bodyPr/>
          <a:lstStyle/>
          <a:p>
            <a:fld id="{710AE426-CBD1-49BA-A1DA-945CCEE2ED80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147096" y="6343955"/>
            <a:ext cx="429207" cy="365125"/>
          </a:xfrm>
        </p:spPr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2673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32168" y="474177"/>
            <a:ext cx="6950232" cy="932688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402336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632168" y="1627632"/>
            <a:ext cx="6950232" cy="46862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632168" y="6343955"/>
            <a:ext cx="342290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BFB53A-8FDF-F131-DCF2-D7BECE95381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8945699" y="6343955"/>
            <a:ext cx="2150873" cy="365125"/>
          </a:xfrm>
        </p:spPr>
        <p:txBody>
          <a:bodyPr/>
          <a:lstStyle/>
          <a:p>
            <a:fld id="{710AE426-CBD1-49BA-A1DA-945CCEE2ED80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147096" y="6343955"/>
            <a:ext cx="429207" cy="365125"/>
          </a:xfrm>
        </p:spPr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765060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475488"/>
            <a:ext cx="6858000" cy="932688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7" y="1627632"/>
            <a:ext cx="6858000" cy="453537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12647" y="6346870"/>
            <a:ext cx="2805405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4115853" y="6346870"/>
            <a:ext cx="2925587" cy="365125"/>
          </a:xfrm>
        </p:spPr>
        <p:txBody>
          <a:bodyPr/>
          <a:lstStyle/>
          <a:p>
            <a:fld id="{710AE426-CBD1-49BA-A1DA-945CCEE2ED80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041440" y="6346870"/>
            <a:ext cx="429207" cy="365125"/>
          </a:xfrm>
        </p:spPr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91732" y="0"/>
            <a:ext cx="4100267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6870754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9" y="420623"/>
            <a:ext cx="4494189" cy="132588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1975104"/>
            <a:ext cx="4494063" cy="41569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2776" y="6343955"/>
            <a:ext cx="209862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13651" y="6343955"/>
            <a:ext cx="1573037" cy="365125"/>
          </a:xfrm>
        </p:spPr>
        <p:txBody>
          <a:bodyPr/>
          <a:lstStyle/>
          <a:p>
            <a:fld id="{710AE426-CBD1-49BA-A1DA-945CCEE2ED80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96658" y="6343955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658928" y="0"/>
            <a:ext cx="6533072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301320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697" y="429768"/>
            <a:ext cx="3657600" cy="166722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5823" y="2315569"/>
            <a:ext cx="3657600" cy="38148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15697" y="6343955"/>
            <a:ext cx="1637337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05F20-8340-4F06-2EA5-4D05FFED458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2703447" y="6343955"/>
            <a:ext cx="949766" cy="365125"/>
          </a:xfrm>
        </p:spPr>
        <p:txBody>
          <a:bodyPr/>
          <a:lstStyle/>
          <a:p>
            <a:fld id="{710AE426-CBD1-49BA-A1DA-945CCEE2ED80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3653213" y="6343955"/>
            <a:ext cx="429207" cy="365125"/>
          </a:xfrm>
        </p:spPr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895088" y="0"/>
            <a:ext cx="7296912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149650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88061" y="929554"/>
            <a:ext cx="2699254" cy="1858941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25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3CA946DA-5AE8-39E2-3ADD-B8F06308C1C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8326323" cy="6858000"/>
          </a:xfrm>
          <a:custGeom>
            <a:avLst/>
            <a:gdLst>
              <a:gd name="connsiteX0" fmla="*/ 0 w 8326323"/>
              <a:gd name="connsiteY0" fmla="*/ 0 h 6858000"/>
              <a:gd name="connsiteX1" fmla="*/ 8326323 w 8326323"/>
              <a:gd name="connsiteY1" fmla="*/ 0 h 6858000"/>
              <a:gd name="connsiteX2" fmla="*/ 8326323 w 8326323"/>
              <a:gd name="connsiteY2" fmla="*/ 6858000 h 6858000"/>
              <a:gd name="connsiteX3" fmla="*/ 0 w 8326323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6323" h="6858000">
                <a:moveTo>
                  <a:pt x="0" y="0"/>
                </a:moveTo>
                <a:lnTo>
                  <a:pt x="8326323" y="0"/>
                </a:lnTo>
                <a:lnTo>
                  <a:pt x="8326323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889055" y="3011335"/>
            <a:ext cx="2693346" cy="265625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88061" y="6343955"/>
            <a:ext cx="140446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292522" y="6343955"/>
            <a:ext cx="85457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710AE426-CBD1-49BA-A1DA-945CCEE2ED80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7096" y="6343955"/>
            <a:ext cx="429207" cy="365125"/>
          </a:xfrm>
        </p:spPr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54893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4162318"/>
            <a:ext cx="3044954" cy="1892808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5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0"/>
            <a:ext cx="12192000" cy="377827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22370" y="4162318"/>
            <a:ext cx="7460029" cy="2091525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AE426-CBD1-49BA-A1DA-945CCEE2ED80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04626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559341"/>
            <a:ext cx="10969753" cy="932688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7" y="1912398"/>
            <a:ext cx="4637269" cy="42076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12647" y="6343955"/>
            <a:ext cx="264293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EC8422D5-19BC-1CA0-FD0B-D86260BAA322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5737221" y="1912938"/>
            <a:ext cx="5741992" cy="4224337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686595" y="6343955"/>
            <a:ext cx="1449697" cy="365125"/>
          </a:xfrm>
        </p:spPr>
        <p:txBody>
          <a:bodyPr/>
          <a:lstStyle/>
          <a:p>
            <a:fld id="{710AE426-CBD1-49BA-A1DA-945CCEE2ED80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136293" y="6343955"/>
            <a:ext cx="443060" cy="365125"/>
          </a:xfrm>
        </p:spPr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44539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706802"/>
            <a:ext cx="4672584" cy="126948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20468" y="2173850"/>
            <a:ext cx="4564763" cy="3963682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05563" y="732155"/>
            <a:ext cx="5676838" cy="540537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AE426-CBD1-49BA-A1DA-945CCEE2ED80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24190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199" y="4893733"/>
            <a:ext cx="9762068" cy="1059806"/>
          </a:xfrm>
        </p:spPr>
        <p:txBody>
          <a:bodyPr anchor="ctr">
            <a:normAutofit/>
          </a:bodyPr>
          <a:lstStyle>
            <a:lvl1pPr algn="ctr">
              <a:lnSpc>
                <a:spcPct val="110000"/>
              </a:lnSpc>
              <a:defRPr sz="2600" b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484094"/>
            <a:ext cx="10543032" cy="4536141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270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10AE426-CBD1-49BA-A1DA-945CCEE2ED80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2415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264" y="42335"/>
            <a:ext cx="11517039" cy="6172200"/>
          </a:xfr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buNone/>
              <a:defRPr sz="8000" b="1"/>
            </a:lvl1pPr>
            <a:lvl2pPr marL="228600" indent="0">
              <a:lnSpc>
                <a:spcPct val="90000"/>
              </a:lnSpc>
              <a:buNone/>
              <a:defRPr sz="7200" b="1"/>
            </a:lvl2pPr>
            <a:lvl3pPr marL="457200" indent="0">
              <a:lnSpc>
                <a:spcPct val="90000"/>
              </a:lnSpc>
              <a:buNone/>
              <a:defRPr sz="6600" b="1"/>
            </a:lvl3pPr>
            <a:lvl4pPr marL="685800" indent="0">
              <a:lnSpc>
                <a:spcPct val="90000"/>
              </a:lnSpc>
              <a:buNone/>
              <a:defRPr sz="6000" b="1"/>
            </a:lvl4pPr>
            <a:lvl5pPr marL="914400" indent="0">
              <a:lnSpc>
                <a:spcPct val="90000"/>
              </a:lnSpc>
              <a:buNone/>
              <a:defRPr sz="5400" b="1"/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AE426-CBD1-49BA-A1DA-945CCEE2ED80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58093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99616" y="5029200"/>
            <a:ext cx="9198864" cy="640080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000" spc="0">
                <a:solidFill>
                  <a:schemeClr val="accent1">
                    <a:lumMod val="75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188720"/>
            <a:ext cx="9198864" cy="333248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4800">
                <a:latin typeface="+mj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AE426-CBD1-49BA-A1DA-945CCEE2ED80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71172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12064"/>
            <a:ext cx="10741152" cy="969264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27D5A5-84C3-7EDE-A8EB-2DE057DE46AB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2775" y="1825625"/>
            <a:ext cx="507492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D54150AE-A7C6-D328-35D7-F5B840930E3B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78563" y="1825625"/>
            <a:ext cx="5075237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AE426-CBD1-49BA-A1DA-945CCEE2ED80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546347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12064"/>
            <a:ext cx="10745788" cy="969264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07492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76AAF7-C632-FCD0-6A60-E0EA4A52F229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09600" y="2387600"/>
            <a:ext cx="5075238" cy="37861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80468" y="1685735"/>
            <a:ext cx="507492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D998360-6973-27D8-8B08-ACAE10572B32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79832" y="2387600"/>
            <a:ext cx="5075556" cy="37861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AE426-CBD1-49BA-A1DA-945CCEE2ED80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86844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12064"/>
            <a:ext cx="10963656" cy="969264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AE426-CBD1-49BA-A1DA-945CCEE2ED80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898891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AE426-CBD1-49BA-A1DA-945CCEE2ED80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327470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299" y="89808"/>
            <a:ext cx="11462003" cy="2514600"/>
          </a:xfrm>
        </p:spPr>
        <p:txBody>
          <a:bodyPr anchor="t">
            <a:normAutofit/>
          </a:bodyPr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775" y="3118757"/>
            <a:ext cx="10963528" cy="2620736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AE426-CBD1-49BA-A1DA-945CCEE2ED80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076437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1627318"/>
            <a:ext cx="8430767" cy="1842020"/>
          </a:xfrm>
        </p:spPr>
        <p:txBody>
          <a:bodyPr anchor="b">
            <a:noAutofit/>
          </a:bodyPr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3622674"/>
            <a:ext cx="8430639" cy="1608008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228600" indent="0">
              <a:buNone/>
              <a:defRPr sz="16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AE426-CBD1-49BA-A1DA-945CCEE2ED80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178201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445563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14649"/>
            <a:ext cx="10963655" cy="97237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09862"/>
            <a:ext cx="10963656" cy="45137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12647" y="6343955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893929" y="6343955"/>
            <a:ext cx="220264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710AE426-CBD1-49BA-A1DA-945CCEE2ED80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47096" y="6343955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0B3A8078-5A32-4B09-ABA5-7ABEFD22E0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0188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</p:sldLayoutIdLst>
  <p:txStyles>
    <p:titleStyle>
      <a:lvl1pPr algn="l" defTabSz="914400" rtl="0" eaLnBrk="1" latinLnBrk="0" hangingPunct="1">
        <a:lnSpc>
          <a:spcPct val="95000"/>
        </a:lnSpc>
        <a:spcBef>
          <a:spcPct val="0"/>
        </a:spcBef>
        <a:buNone/>
        <a:defRPr sz="2800" b="1" kern="1200" spc="-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7" orient="horz" pos="2160">
          <p15:clr>
            <a:srgbClr val="F26B43"/>
          </p15:clr>
        </p15:guide>
        <p15:guide id="8" pos="3840">
          <p15:clr>
            <a:srgbClr val="F26B43"/>
          </p15:clr>
        </p15:guide>
        <p15:guide id="9" pos="7296">
          <p15:clr>
            <a:srgbClr val="F26B43"/>
          </p15:clr>
        </p15:guide>
        <p15:guide id="10" pos="38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13" Type="http://schemas.openxmlformats.org/officeDocument/2006/relationships/image" Target="../media/image17.svg"/><Relationship Id="rId18" Type="http://schemas.openxmlformats.org/officeDocument/2006/relationships/image" Target="../media/image22.svg"/><Relationship Id="rId3" Type="http://schemas.openxmlformats.org/officeDocument/2006/relationships/image" Target="../media/image7.svg"/><Relationship Id="rId7" Type="http://schemas.openxmlformats.org/officeDocument/2006/relationships/image" Target="../media/image11.svg"/><Relationship Id="rId12" Type="http://schemas.openxmlformats.org/officeDocument/2006/relationships/image" Target="../media/image16.svg"/><Relationship Id="rId17" Type="http://schemas.openxmlformats.org/officeDocument/2006/relationships/image" Target="../media/image21.sv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20.sv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10.svg"/><Relationship Id="rId11" Type="http://schemas.openxmlformats.org/officeDocument/2006/relationships/image" Target="../media/image15.svg"/><Relationship Id="rId5" Type="http://schemas.openxmlformats.org/officeDocument/2006/relationships/image" Target="../media/image9.svg"/><Relationship Id="rId15" Type="http://schemas.openxmlformats.org/officeDocument/2006/relationships/image" Target="../media/image19.svg"/><Relationship Id="rId10" Type="http://schemas.openxmlformats.org/officeDocument/2006/relationships/image" Target="../media/image14.svg"/><Relationship Id="rId19" Type="http://schemas.openxmlformats.org/officeDocument/2006/relationships/image" Target="../media/image23.svg"/><Relationship Id="rId4" Type="http://schemas.openxmlformats.org/officeDocument/2006/relationships/image" Target="../media/image8.svg"/><Relationship Id="rId9" Type="http://schemas.openxmlformats.org/officeDocument/2006/relationships/image" Target="../media/image13.svg"/><Relationship Id="rId14" Type="http://schemas.openxmlformats.org/officeDocument/2006/relationships/image" Target="../media/image18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5D7973-173A-7066-8E53-37FBD96DD5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entry-background">
            <a:extLst>
              <a:ext uri="{FF2B5EF4-FFF2-40B4-BE49-F238E27FC236}">
                <a16:creationId xmlns:a16="http://schemas.microsoft.com/office/drawing/2014/main" id="{0236E687-54FF-9FE4-8D0F-74638F367CD8}"/>
              </a:ext>
            </a:extLst>
          </p:cNvPr>
          <p:cNvSpPr>
            <a:spLocks noGrp="1"/>
          </p:cNvSpPr>
          <p:nvPr/>
        </p:nvSpPr>
        <p:spPr>
          <a:xfrm>
            <a:off x="76200" y="76200"/>
            <a:ext cx="12039600" cy="1163876"/>
          </a:xfrm>
          <a:prstGeom prst="roundRect">
            <a:avLst>
              <a:gd name="adj" fmla="val 5556"/>
            </a:avLst>
          </a:prstGeom>
          <a:noFill/>
          <a:ln w="9525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entry-label">
            <a:extLst>
              <a:ext uri="{FF2B5EF4-FFF2-40B4-BE49-F238E27FC236}">
                <a16:creationId xmlns:a16="http://schemas.microsoft.com/office/drawing/2014/main" id="{5B76DBE8-FCB6-839A-2534-6BAD27AC3F66}"/>
              </a:ext>
            </a:extLst>
          </p:cNvPr>
          <p:cNvSpPr>
            <a:spLocks noGrp="1"/>
          </p:cNvSpPr>
          <p:nvPr/>
        </p:nvSpPr>
        <p:spPr>
          <a:xfrm>
            <a:off x="133350" y="133348"/>
            <a:ext cx="1645920" cy="1060704"/>
          </a:xfrm>
          <a:prstGeom prst="roundRect">
            <a:avLst>
              <a:gd name="adj" fmla="val 5208"/>
            </a:avLst>
          </a:prstGeom>
          <a:pattFill prst="pct5">
            <a:fgClr>
              <a:schemeClr val="tx2">
                <a:lumMod val="25000"/>
                <a:lumOff val="75000"/>
              </a:schemeClr>
            </a:fgClr>
            <a:bgClr>
              <a:schemeClr val="bg1"/>
            </a:bgClr>
          </a:patt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 lIns="182880" tIns="47625" rIns="76200" bIns="47625" anchor="ctr">
            <a:normAutofit/>
          </a:bodyPr>
          <a:lstStyle/>
          <a:p>
            <a:pPr algn="l">
              <a:defRPr sz="1200" b="1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2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tos"/>
                <a:ea typeface="Aptos"/>
                <a:cs typeface="Aptos"/>
              </a:rPr>
              <a:t>APPLICATION</a:t>
            </a:r>
          </a:p>
          <a:p>
            <a:pPr algn="l">
              <a:defRPr sz="1200" b="1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2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tos"/>
                <a:ea typeface="Aptos"/>
                <a:cs typeface="Aptos"/>
              </a:rPr>
              <a:t>ENTRY POINTS</a:t>
            </a:r>
          </a:p>
        </p:txBody>
      </p:sp>
      <p:sp>
        <p:nvSpPr>
          <p:cNvPr id="3" name="cross-module-background">
            <a:extLst>
              <a:ext uri="{FF2B5EF4-FFF2-40B4-BE49-F238E27FC236}">
                <a16:creationId xmlns:a16="http://schemas.microsoft.com/office/drawing/2014/main" id="{C42344CD-F475-C4B6-F2D3-2581A6E7D3BC}"/>
              </a:ext>
            </a:extLst>
          </p:cNvPr>
          <p:cNvSpPr>
            <a:spLocks noGrp="1"/>
          </p:cNvSpPr>
          <p:nvPr/>
        </p:nvSpPr>
        <p:spPr>
          <a:xfrm>
            <a:off x="76200" y="1316197"/>
            <a:ext cx="12039600" cy="712628"/>
          </a:xfrm>
          <a:prstGeom prst="roundRect">
            <a:avLst>
              <a:gd name="adj" fmla="val 6522"/>
            </a:avLst>
          </a:prstGeom>
          <a:noFill/>
          <a:ln w="9525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4" name="cross-module-label">
            <a:extLst>
              <a:ext uri="{FF2B5EF4-FFF2-40B4-BE49-F238E27FC236}">
                <a16:creationId xmlns:a16="http://schemas.microsoft.com/office/drawing/2014/main" id="{821AAB5F-EC38-7BE9-11B4-C49CD2489091}"/>
              </a:ext>
            </a:extLst>
          </p:cNvPr>
          <p:cNvSpPr>
            <a:spLocks noGrp="1"/>
          </p:cNvSpPr>
          <p:nvPr/>
        </p:nvSpPr>
        <p:spPr>
          <a:xfrm>
            <a:off x="133350" y="1376072"/>
            <a:ext cx="1645920" cy="594360"/>
          </a:xfrm>
          <a:prstGeom prst="roundRect">
            <a:avLst>
              <a:gd name="adj" fmla="val 6250"/>
            </a:avLst>
          </a:prstGeom>
          <a:pattFill prst="pct5">
            <a:fgClr>
              <a:schemeClr val="tx2">
                <a:lumMod val="25000"/>
                <a:lumOff val="75000"/>
              </a:schemeClr>
            </a:fgClr>
            <a:bgClr>
              <a:schemeClr val="bg1"/>
            </a:bgClr>
          </a:patt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 lIns="182880" tIns="47625" rIns="76200" bIns="47625" anchor="ctr">
            <a:normAutofit/>
          </a:bodyPr>
          <a:lstStyle/>
          <a:p>
            <a:pPr algn="l">
              <a:defRPr sz="1200" b="1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lang="en-US" sz="12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tos"/>
                <a:ea typeface="Aptos"/>
                <a:cs typeface="Aptos"/>
              </a:rPr>
              <a:t>OPTIONAL</a:t>
            </a:r>
          </a:p>
          <a:p>
            <a:pPr algn="l">
              <a:defRPr sz="1200" b="1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2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tos"/>
                <a:ea typeface="Aptos"/>
                <a:cs typeface="Aptos"/>
              </a:rPr>
              <a:t>CROSS-MODULE</a:t>
            </a:r>
          </a:p>
        </p:txBody>
      </p:sp>
      <p:sp>
        <p:nvSpPr>
          <p:cNvPr id="5" name="module-entry-background">
            <a:extLst>
              <a:ext uri="{FF2B5EF4-FFF2-40B4-BE49-F238E27FC236}">
                <a16:creationId xmlns:a16="http://schemas.microsoft.com/office/drawing/2014/main" id="{45A862C6-9C38-29C3-BE19-7507C39523A7}"/>
              </a:ext>
            </a:extLst>
          </p:cNvPr>
          <p:cNvSpPr>
            <a:spLocks noGrp="1"/>
          </p:cNvSpPr>
          <p:nvPr/>
        </p:nvSpPr>
        <p:spPr>
          <a:xfrm>
            <a:off x="76200" y="2076450"/>
            <a:ext cx="12039600" cy="876300"/>
          </a:xfrm>
          <a:prstGeom prst="roundRect">
            <a:avLst>
              <a:gd name="adj" fmla="val 6522"/>
            </a:avLst>
          </a:prstGeom>
          <a:noFill/>
          <a:ln w="9525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module-entry-label">
            <a:extLst>
              <a:ext uri="{FF2B5EF4-FFF2-40B4-BE49-F238E27FC236}">
                <a16:creationId xmlns:a16="http://schemas.microsoft.com/office/drawing/2014/main" id="{D8F6E0E4-98E8-B6E2-4830-9454FD494EB8}"/>
              </a:ext>
            </a:extLst>
          </p:cNvPr>
          <p:cNvSpPr>
            <a:spLocks noGrp="1"/>
          </p:cNvSpPr>
          <p:nvPr/>
        </p:nvSpPr>
        <p:spPr>
          <a:xfrm>
            <a:off x="133350" y="2133600"/>
            <a:ext cx="1645920" cy="762000"/>
          </a:xfrm>
          <a:prstGeom prst="roundRect">
            <a:avLst>
              <a:gd name="adj" fmla="val 6250"/>
            </a:avLst>
          </a:prstGeom>
          <a:pattFill prst="pct5">
            <a:fgClr>
              <a:schemeClr val="tx2">
                <a:lumMod val="25000"/>
                <a:lumOff val="75000"/>
              </a:schemeClr>
            </a:fgClr>
            <a:bgClr>
              <a:schemeClr val="bg1"/>
            </a:bgClr>
          </a:patt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 lIns="182880" tIns="47625" rIns="76200" bIns="47625" anchor="ctr">
            <a:normAutofit/>
          </a:bodyPr>
          <a:lstStyle/>
          <a:p>
            <a:pPr algn="l">
              <a:defRPr sz="1200" b="1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20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tos"/>
                <a:ea typeface="Aptos"/>
                <a:cs typeface="Aptos"/>
              </a:rPr>
              <a:t>MODULE ENTRY</a:t>
            </a:r>
          </a:p>
        </p:txBody>
      </p:sp>
      <p:sp>
        <p:nvSpPr>
          <p:cNvPr id="7" name="handlers-background">
            <a:extLst>
              <a:ext uri="{FF2B5EF4-FFF2-40B4-BE49-F238E27FC236}">
                <a16:creationId xmlns:a16="http://schemas.microsoft.com/office/drawing/2014/main" id="{B172F68D-53AE-75C3-F0A6-4C378AB6A58A}"/>
              </a:ext>
            </a:extLst>
          </p:cNvPr>
          <p:cNvSpPr>
            <a:spLocks noGrp="1"/>
          </p:cNvSpPr>
          <p:nvPr/>
        </p:nvSpPr>
        <p:spPr>
          <a:xfrm>
            <a:off x="76200" y="3000375"/>
            <a:ext cx="12039600" cy="819150"/>
          </a:xfrm>
          <a:prstGeom prst="roundRect">
            <a:avLst>
              <a:gd name="adj" fmla="val 6977"/>
            </a:avLst>
          </a:prstGeom>
          <a:noFill/>
          <a:ln w="9525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handlers-label">
            <a:extLst>
              <a:ext uri="{FF2B5EF4-FFF2-40B4-BE49-F238E27FC236}">
                <a16:creationId xmlns:a16="http://schemas.microsoft.com/office/drawing/2014/main" id="{36BF52D4-E2E9-D67C-9725-5192A05DA8BD}"/>
              </a:ext>
            </a:extLst>
          </p:cNvPr>
          <p:cNvSpPr>
            <a:spLocks noGrp="1"/>
          </p:cNvSpPr>
          <p:nvPr/>
        </p:nvSpPr>
        <p:spPr>
          <a:xfrm>
            <a:off x="133350" y="3057525"/>
            <a:ext cx="1645920" cy="704850"/>
          </a:xfrm>
          <a:prstGeom prst="roundRect">
            <a:avLst>
              <a:gd name="adj" fmla="val 6757"/>
            </a:avLst>
          </a:prstGeom>
          <a:pattFill prst="pct5">
            <a:fgClr>
              <a:schemeClr val="tx2">
                <a:lumMod val="25000"/>
                <a:lumOff val="75000"/>
              </a:schemeClr>
            </a:fgClr>
            <a:bgClr>
              <a:schemeClr val="bg1"/>
            </a:bgClr>
          </a:patt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 lIns="182880" tIns="47625" rIns="76200" bIns="47625" anchor="ctr">
            <a:normAutofit/>
          </a:bodyPr>
          <a:lstStyle/>
          <a:p>
            <a:pPr algn="l">
              <a:defRPr sz="1200" b="1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20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tos"/>
                <a:ea typeface="Aptos"/>
                <a:cs typeface="Aptos"/>
              </a:rPr>
              <a:t>APPLICATION</a:t>
            </a:r>
          </a:p>
          <a:p>
            <a:pPr algn="l">
              <a:defRPr sz="1200" b="1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20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tos"/>
                <a:ea typeface="Aptos"/>
                <a:cs typeface="Aptos"/>
              </a:rPr>
              <a:t>HANDLERS</a:t>
            </a:r>
          </a:p>
        </p:txBody>
      </p:sp>
      <p:sp>
        <p:nvSpPr>
          <p:cNvPr id="9" name="processing-background">
            <a:extLst>
              <a:ext uri="{FF2B5EF4-FFF2-40B4-BE49-F238E27FC236}">
                <a16:creationId xmlns:a16="http://schemas.microsoft.com/office/drawing/2014/main" id="{D066B1B7-D1BF-8568-080B-49F04E0FA0A4}"/>
              </a:ext>
            </a:extLst>
          </p:cNvPr>
          <p:cNvSpPr>
            <a:spLocks noGrp="1"/>
          </p:cNvSpPr>
          <p:nvPr/>
        </p:nvSpPr>
        <p:spPr>
          <a:xfrm>
            <a:off x="76200" y="3867150"/>
            <a:ext cx="12039600" cy="1047750"/>
          </a:xfrm>
          <a:prstGeom prst="roundRect">
            <a:avLst>
              <a:gd name="adj" fmla="val 5455"/>
            </a:avLst>
          </a:prstGeom>
          <a:noFill/>
          <a:ln w="9525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processing-label">
            <a:extLst>
              <a:ext uri="{FF2B5EF4-FFF2-40B4-BE49-F238E27FC236}">
                <a16:creationId xmlns:a16="http://schemas.microsoft.com/office/drawing/2014/main" id="{2B4BAA61-9D62-5845-DAAE-F675AA71F15F}"/>
              </a:ext>
            </a:extLst>
          </p:cNvPr>
          <p:cNvSpPr>
            <a:spLocks noGrp="1"/>
          </p:cNvSpPr>
          <p:nvPr/>
        </p:nvSpPr>
        <p:spPr>
          <a:xfrm>
            <a:off x="133350" y="3924300"/>
            <a:ext cx="1645920" cy="933450"/>
          </a:xfrm>
          <a:prstGeom prst="roundRect">
            <a:avLst>
              <a:gd name="adj" fmla="val 5102"/>
            </a:avLst>
          </a:prstGeom>
          <a:pattFill prst="pct5">
            <a:fgClr>
              <a:schemeClr val="tx2">
                <a:lumMod val="25000"/>
                <a:lumOff val="75000"/>
              </a:schemeClr>
            </a:fgClr>
            <a:bgClr>
              <a:schemeClr val="bg1"/>
            </a:bgClr>
          </a:patt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 lIns="182880" tIns="47625" rIns="76200" bIns="47625" anchor="ctr">
            <a:normAutofit/>
          </a:bodyPr>
          <a:lstStyle/>
          <a:p>
            <a:pPr algn="l">
              <a:defRPr sz="1200" b="1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20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tos"/>
                <a:ea typeface="Aptos"/>
                <a:cs typeface="Aptos"/>
              </a:rPr>
              <a:t>PROCESSING</a:t>
            </a:r>
          </a:p>
        </p:txBody>
      </p:sp>
      <p:sp>
        <p:nvSpPr>
          <p:cNvPr id="11" name="infrastructure-background">
            <a:extLst>
              <a:ext uri="{FF2B5EF4-FFF2-40B4-BE49-F238E27FC236}">
                <a16:creationId xmlns:a16="http://schemas.microsoft.com/office/drawing/2014/main" id="{C110E919-8599-8E41-2D7B-DDFAB32FA229}"/>
              </a:ext>
            </a:extLst>
          </p:cNvPr>
          <p:cNvSpPr>
            <a:spLocks noGrp="1"/>
          </p:cNvSpPr>
          <p:nvPr/>
        </p:nvSpPr>
        <p:spPr>
          <a:xfrm>
            <a:off x="76200" y="4962525"/>
            <a:ext cx="12039600" cy="866775"/>
          </a:xfrm>
          <a:prstGeom prst="roundRect">
            <a:avLst>
              <a:gd name="adj" fmla="val 6593"/>
            </a:avLst>
          </a:prstGeom>
          <a:solidFill>
            <a:srgbClr val="F7F9FB"/>
          </a:solidFill>
          <a:ln w="9525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infrastructure-label">
            <a:extLst>
              <a:ext uri="{FF2B5EF4-FFF2-40B4-BE49-F238E27FC236}">
                <a16:creationId xmlns:a16="http://schemas.microsoft.com/office/drawing/2014/main" id="{FC806BDE-5E06-43E2-C4DA-92C4C51F9E67}"/>
              </a:ext>
            </a:extLst>
          </p:cNvPr>
          <p:cNvSpPr>
            <a:spLocks noGrp="1"/>
          </p:cNvSpPr>
          <p:nvPr/>
        </p:nvSpPr>
        <p:spPr>
          <a:xfrm>
            <a:off x="133350" y="5019675"/>
            <a:ext cx="1645920" cy="752475"/>
          </a:xfrm>
          <a:prstGeom prst="roundRect">
            <a:avLst>
              <a:gd name="adj" fmla="val 6329"/>
            </a:avLst>
          </a:prstGeom>
          <a:pattFill prst="pct5">
            <a:fgClr>
              <a:schemeClr val="tx2">
                <a:lumMod val="25000"/>
                <a:lumOff val="75000"/>
              </a:schemeClr>
            </a:fgClr>
            <a:bgClr>
              <a:schemeClr val="bg1"/>
            </a:bgClr>
          </a:patt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 lIns="182880" tIns="47625" rIns="76200" bIns="47625" anchor="ctr">
            <a:normAutofit/>
          </a:bodyPr>
          <a:lstStyle/>
          <a:p>
            <a:pPr algn="l">
              <a:defRPr sz="1200" b="1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20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tos"/>
                <a:ea typeface="Aptos"/>
                <a:cs typeface="Aptos"/>
              </a:rPr>
              <a:t>INFRASTRUCTURE</a:t>
            </a:r>
          </a:p>
        </p:txBody>
      </p:sp>
      <p:sp>
        <p:nvSpPr>
          <p:cNvPr id="13" name="technologies-background">
            <a:extLst>
              <a:ext uri="{FF2B5EF4-FFF2-40B4-BE49-F238E27FC236}">
                <a16:creationId xmlns:a16="http://schemas.microsoft.com/office/drawing/2014/main" id="{EF24E0C5-ED6F-E9A5-24AC-7CDCDFBBBD50}"/>
              </a:ext>
            </a:extLst>
          </p:cNvPr>
          <p:cNvSpPr>
            <a:spLocks noGrp="1"/>
          </p:cNvSpPr>
          <p:nvPr/>
        </p:nvSpPr>
        <p:spPr>
          <a:xfrm>
            <a:off x="76200" y="5876925"/>
            <a:ext cx="12039600" cy="904875"/>
          </a:xfrm>
          <a:prstGeom prst="roundRect">
            <a:avLst>
              <a:gd name="adj" fmla="val 6316"/>
            </a:avLst>
          </a:prstGeom>
          <a:solidFill>
            <a:srgbClr val="FBFCFD"/>
          </a:solidFill>
          <a:ln w="9525">
            <a:solidFill>
              <a:srgbClr val="C9D1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chnologies-label">
            <a:extLst>
              <a:ext uri="{FF2B5EF4-FFF2-40B4-BE49-F238E27FC236}">
                <a16:creationId xmlns:a16="http://schemas.microsoft.com/office/drawing/2014/main" id="{E007C51D-1A48-680B-B02D-F635A52C7A9D}"/>
              </a:ext>
            </a:extLst>
          </p:cNvPr>
          <p:cNvSpPr>
            <a:spLocks noGrp="1"/>
          </p:cNvSpPr>
          <p:nvPr/>
        </p:nvSpPr>
        <p:spPr>
          <a:xfrm>
            <a:off x="133350" y="5934075"/>
            <a:ext cx="1645920" cy="790575"/>
          </a:xfrm>
          <a:prstGeom prst="roundRect">
            <a:avLst>
              <a:gd name="adj" fmla="val 6024"/>
            </a:avLst>
          </a:prstGeom>
          <a:pattFill prst="pct5">
            <a:fgClr>
              <a:schemeClr val="tx2">
                <a:lumMod val="25000"/>
                <a:lumOff val="75000"/>
              </a:schemeClr>
            </a:fgClr>
            <a:bgClr>
              <a:schemeClr val="bg1"/>
            </a:bgClr>
          </a:patt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 lIns="182880" tIns="47625" rIns="76200" bIns="47625" anchor="ctr">
            <a:normAutofit/>
          </a:bodyPr>
          <a:lstStyle/>
          <a:p>
            <a:pPr algn="l">
              <a:defRPr sz="1200" b="1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20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tos"/>
                <a:ea typeface="Aptos"/>
                <a:cs typeface="Aptos"/>
              </a:rPr>
              <a:t>FRAMEWORKS AND</a:t>
            </a:r>
          </a:p>
          <a:p>
            <a:pPr algn="l">
              <a:defRPr sz="1200" b="1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20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ptos"/>
                <a:ea typeface="Aptos"/>
                <a:cs typeface="Aptos"/>
              </a:rPr>
              <a:t>TECHNOLOGIES</a:t>
            </a:r>
          </a:p>
        </p:txBody>
      </p:sp>
      <p:sp>
        <p:nvSpPr>
          <p:cNvPr id="15" name="web-api">
            <a:extLst>
              <a:ext uri="{FF2B5EF4-FFF2-40B4-BE49-F238E27FC236}">
                <a16:creationId xmlns:a16="http://schemas.microsoft.com/office/drawing/2014/main" id="{35157C4E-7DC2-9140-903A-F9281EE7CA3F}"/>
              </a:ext>
            </a:extLst>
          </p:cNvPr>
          <p:cNvSpPr>
            <a:spLocks noGrp="1"/>
          </p:cNvSpPr>
          <p:nvPr/>
        </p:nvSpPr>
        <p:spPr>
          <a:xfrm>
            <a:off x="2388870" y="194550"/>
            <a:ext cx="2468880" cy="365760"/>
          </a:xfrm>
          <a:prstGeom prst="roundRect">
            <a:avLst>
              <a:gd name="adj" fmla="val 21875"/>
            </a:avLst>
          </a:prstGeom>
          <a:ln/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lIns="76200" tIns="47625" rIns="76200" bIns="47625" anchor="ctr">
            <a:noAutofit/>
          </a:bodyPr>
          <a:lstStyle/>
          <a:p>
            <a:pPr algn="ctr">
              <a:defRPr sz="1275" b="0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chemeClr val="bg1"/>
                </a:solidFill>
                <a:latin typeface="Aptos"/>
                <a:ea typeface="Aptos"/>
                <a:cs typeface="Aptos"/>
              </a:rPr>
              <a:t>Web API</a:t>
            </a:r>
          </a:p>
        </p:txBody>
      </p:sp>
      <p:sp>
        <p:nvSpPr>
          <p:cNvPr id="16" name="http-endpoints">
            <a:extLst>
              <a:ext uri="{FF2B5EF4-FFF2-40B4-BE49-F238E27FC236}">
                <a16:creationId xmlns:a16="http://schemas.microsoft.com/office/drawing/2014/main" id="{33B2BAAD-18EF-4544-38E1-2589278D296F}"/>
              </a:ext>
            </a:extLst>
          </p:cNvPr>
          <p:cNvSpPr>
            <a:spLocks noGrp="1"/>
          </p:cNvSpPr>
          <p:nvPr/>
        </p:nvSpPr>
        <p:spPr>
          <a:xfrm>
            <a:off x="2388870" y="753349"/>
            <a:ext cx="2468880" cy="365760"/>
          </a:xfrm>
          <a:prstGeom prst="roundRect">
            <a:avLst>
              <a:gd name="adj" fmla="val 21875"/>
            </a:avLst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76200" tIns="47625" rIns="76200" bIns="47625" anchor="ctr">
            <a:normAutofit/>
          </a:bodyPr>
          <a:lstStyle/>
          <a:p>
            <a:pPr algn="ctr">
              <a:defRPr sz="1275" b="0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chemeClr val="bg1"/>
                </a:solidFill>
                <a:latin typeface="Aptos"/>
                <a:ea typeface="Aptos"/>
                <a:cs typeface="Aptos"/>
              </a:rPr>
              <a:t>HTTP Endpoints</a:t>
            </a:r>
          </a:p>
        </p:txBody>
      </p:sp>
      <p:sp>
        <p:nvSpPr>
          <p:cNvPr id="17" name="scheduling-host">
            <a:extLst>
              <a:ext uri="{FF2B5EF4-FFF2-40B4-BE49-F238E27FC236}">
                <a16:creationId xmlns:a16="http://schemas.microsoft.com/office/drawing/2014/main" id="{007DF890-D80E-00BC-6EB6-6D85DE6B314D}"/>
              </a:ext>
            </a:extLst>
          </p:cNvPr>
          <p:cNvSpPr>
            <a:spLocks noGrp="1"/>
          </p:cNvSpPr>
          <p:nvPr/>
        </p:nvSpPr>
        <p:spPr>
          <a:xfrm>
            <a:off x="5480475" y="194550"/>
            <a:ext cx="2468880" cy="365760"/>
          </a:xfrm>
          <a:prstGeom prst="roundRect">
            <a:avLst>
              <a:gd name="adj" fmla="val 21875"/>
            </a:avLst>
          </a:prstGeom>
          <a:ln/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lIns="76200" tIns="47625" rIns="76200" bIns="47625" anchor="ctr">
            <a:noAutofit/>
          </a:bodyPr>
          <a:lstStyle/>
          <a:p>
            <a:pPr algn="ctr">
              <a:defRPr sz="1200" b="0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200" b="0" dirty="0">
                <a:solidFill>
                  <a:schemeClr val="bg1"/>
                </a:solidFill>
                <a:latin typeface="Aptos"/>
                <a:ea typeface="Aptos"/>
                <a:cs typeface="Aptos"/>
              </a:rPr>
              <a:t>Scheduling Hosted Service</a:t>
            </a:r>
          </a:p>
        </p:txBody>
      </p:sp>
      <p:sp>
        <p:nvSpPr>
          <p:cNvPr id="18" name="scheduled-job-adapter">
            <a:extLst>
              <a:ext uri="{FF2B5EF4-FFF2-40B4-BE49-F238E27FC236}">
                <a16:creationId xmlns:a16="http://schemas.microsoft.com/office/drawing/2014/main" id="{147FA63B-B997-6EF3-A289-A32BDBAEB684}"/>
              </a:ext>
            </a:extLst>
          </p:cNvPr>
          <p:cNvSpPr>
            <a:spLocks noGrp="1"/>
          </p:cNvSpPr>
          <p:nvPr/>
        </p:nvSpPr>
        <p:spPr>
          <a:xfrm>
            <a:off x="5480475" y="753349"/>
            <a:ext cx="2468880" cy="365760"/>
          </a:xfrm>
          <a:prstGeom prst="roundRect">
            <a:avLst>
              <a:gd name="adj" fmla="val 21875"/>
            </a:avLst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76200" tIns="47625" rIns="76200" bIns="47625" anchor="ctr">
            <a:normAutofit/>
          </a:bodyPr>
          <a:lstStyle/>
          <a:p>
            <a:pPr algn="ctr">
              <a:defRPr sz="1200" b="0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chemeClr val="bg1"/>
                </a:solidFill>
                <a:latin typeface="Aptos"/>
                <a:ea typeface="Aptos"/>
                <a:cs typeface="Aptos"/>
              </a:rPr>
              <a:t>Scheduled Job Adapter</a:t>
            </a:r>
          </a:p>
        </p:txBody>
      </p:sp>
      <p:sp>
        <p:nvSpPr>
          <p:cNvPr id="19" name="messaging-host">
            <a:extLst>
              <a:ext uri="{FF2B5EF4-FFF2-40B4-BE49-F238E27FC236}">
                <a16:creationId xmlns:a16="http://schemas.microsoft.com/office/drawing/2014/main" id="{4FB8A6C4-CBC2-BE73-D38E-45C6E4DECA4F}"/>
              </a:ext>
            </a:extLst>
          </p:cNvPr>
          <p:cNvSpPr>
            <a:spLocks noGrp="1"/>
          </p:cNvSpPr>
          <p:nvPr/>
        </p:nvSpPr>
        <p:spPr>
          <a:xfrm>
            <a:off x="8814161" y="194550"/>
            <a:ext cx="2468880" cy="365760"/>
          </a:xfrm>
          <a:prstGeom prst="roundRect">
            <a:avLst>
              <a:gd name="adj" fmla="val 21875"/>
            </a:avLst>
          </a:prstGeom>
          <a:ln/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lIns="76200" tIns="47625" rIns="76200" bIns="47625" anchor="ctr">
            <a:noAutofit/>
          </a:bodyPr>
          <a:lstStyle/>
          <a:p>
            <a:pPr algn="ctr">
              <a:defRPr sz="1200" b="0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200" b="0" dirty="0">
                <a:solidFill>
                  <a:schemeClr val="bg1"/>
                </a:solidFill>
                <a:latin typeface="Aptos"/>
                <a:ea typeface="Aptos"/>
                <a:cs typeface="Aptos"/>
              </a:rPr>
              <a:t>Messaging Hosted Service</a:t>
            </a:r>
          </a:p>
        </p:txBody>
      </p:sp>
      <p:sp>
        <p:nvSpPr>
          <p:cNvPr id="20" name="subscriber-consumer">
            <a:extLst>
              <a:ext uri="{FF2B5EF4-FFF2-40B4-BE49-F238E27FC236}">
                <a16:creationId xmlns:a16="http://schemas.microsoft.com/office/drawing/2014/main" id="{27F0B786-BBC1-1A72-FA2D-24F710A73FB9}"/>
              </a:ext>
            </a:extLst>
          </p:cNvPr>
          <p:cNvSpPr>
            <a:spLocks noGrp="1"/>
          </p:cNvSpPr>
          <p:nvPr/>
        </p:nvSpPr>
        <p:spPr>
          <a:xfrm>
            <a:off x="8814161" y="753349"/>
            <a:ext cx="2468880" cy="365760"/>
          </a:xfrm>
          <a:prstGeom prst="roundRect">
            <a:avLst>
              <a:gd name="adj" fmla="val 21875"/>
            </a:avLst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76200" tIns="47625" rIns="76200" bIns="47625" anchor="ctr">
            <a:normAutofit/>
          </a:bodyPr>
          <a:lstStyle/>
          <a:p>
            <a:pPr algn="ctr">
              <a:defRPr sz="1200" b="0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chemeClr val="bg1"/>
                </a:solidFill>
                <a:latin typeface="Aptos"/>
                <a:ea typeface="Aptos"/>
                <a:cs typeface="Aptos"/>
              </a:rPr>
              <a:t>Subscriber / Consumer</a:t>
            </a:r>
          </a:p>
        </p:txBody>
      </p:sp>
      <p:sp>
        <p:nvSpPr>
          <p:cNvPr id="22" name="process-manager">
            <a:extLst>
              <a:ext uri="{FF2B5EF4-FFF2-40B4-BE49-F238E27FC236}">
                <a16:creationId xmlns:a16="http://schemas.microsoft.com/office/drawing/2014/main" id="{D4D0DA93-6E49-40C1-D13C-DDE47CB53B37}"/>
              </a:ext>
            </a:extLst>
          </p:cNvPr>
          <p:cNvSpPr>
            <a:spLocks noGrp="1"/>
          </p:cNvSpPr>
          <p:nvPr/>
        </p:nvSpPr>
        <p:spPr>
          <a:xfrm>
            <a:off x="4912081" y="1492277"/>
            <a:ext cx="2035045" cy="361950"/>
          </a:xfrm>
          <a:prstGeom prst="roundRect">
            <a:avLst>
              <a:gd name="adj" fmla="val 18421"/>
            </a:avLst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47625" rIns="76200" bIns="47625" anchor="ctr">
            <a:normAutofit/>
          </a:bodyPr>
          <a:lstStyle/>
          <a:p>
            <a:pPr algn="ctr">
              <a:defRPr sz="1275" b="0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lang="en-US" sz="1275" b="0" dirty="0">
                <a:solidFill>
                  <a:schemeClr val="bg1"/>
                </a:solidFill>
                <a:latin typeface="Aptos"/>
                <a:ea typeface="Aptos"/>
                <a:cs typeface="Aptos"/>
              </a:rPr>
              <a:t>  </a:t>
            </a:r>
            <a:r>
              <a:rPr sz="1275" b="0" dirty="0">
                <a:solidFill>
                  <a:schemeClr val="bg1"/>
                </a:solidFill>
                <a:latin typeface="Aptos"/>
                <a:ea typeface="Aptos"/>
                <a:cs typeface="Aptos"/>
              </a:rPr>
              <a:t>Process Manager</a:t>
            </a:r>
          </a:p>
        </p:txBody>
      </p:sp>
      <p:sp>
        <p:nvSpPr>
          <p:cNvPr id="23" name="cross-module-querying">
            <a:extLst>
              <a:ext uri="{FF2B5EF4-FFF2-40B4-BE49-F238E27FC236}">
                <a16:creationId xmlns:a16="http://schemas.microsoft.com/office/drawing/2014/main" id="{0F6A08BA-0347-BF3D-6B16-704E5BA4C736}"/>
              </a:ext>
            </a:extLst>
          </p:cNvPr>
          <p:cNvSpPr>
            <a:spLocks noGrp="1"/>
          </p:cNvSpPr>
          <p:nvPr/>
        </p:nvSpPr>
        <p:spPr>
          <a:xfrm>
            <a:off x="9704750" y="1492277"/>
            <a:ext cx="2103118" cy="361950"/>
          </a:xfrm>
          <a:prstGeom prst="roundRect">
            <a:avLst>
              <a:gd name="adj" fmla="val 18421"/>
            </a:avLst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47625" rIns="76200" bIns="47625" anchor="ctr">
            <a:normAutofit/>
          </a:bodyPr>
          <a:lstStyle/>
          <a:p>
            <a:pPr algn="ctr">
              <a:defRPr sz="1275" b="0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lang="en-US" sz="1275" b="0" dirty="0">
                <a:solidFill>
                  <a:schemeClr val="bg1"/>
                </a:solidFill>
                <a:latin typeface="Aptos"/>
                <a:ea typeface="Aptos"/>
                <a:cs typeface="Aptos"/>
              </a:rPr>
              <a:t>     </a:t>
            </a:r>
            <a:r>
              <a:rPr sz="1275" b="0" dirty="0">
                <a:solidFill>
                  <a:schemeClr val="bg1"/>
                </a:solidFill>
                <a:latin typeface="Aptos"/>
                <a:ea typeface="Aptos"/>
                <a:cs typeface="Aptos"/>
              </a:rPr>
              <a:t>Cross-Module Querying</a:t>
            </a:r>
          </a:p>
        </p:txBody>
      </p:sp>
      <p:sp>
        <p:nvSpPr>
          <p:cNvPr id="24" name="module-runtime">
            <a:extLst>
              <a:ext uri="{FF2B5EF4-FFF2-40B4-BE49-F238E27FC236}">
                <a16:creationId xmlns:a16="http://schemas.microsoft.com/office/drawing/2014/main" id="{34470EA4-DFD7-8580-FA5A-3FFA9AF59337}"/>
              </a:ext>
            </a:extLst>
          </p:cNvPr>
          <p:cNvSpPr>
            <a:spLocks noGrp="1"/>
          </p:cNvSpPr>
          <p:nvPr/>
        </p:nvSpPr>
        <p:spPr>
          <a:xfrm>
            <a:off x="2047875" y="2219325"/>
            <a:ext cx="4899251" cy="590550"/>
          </a:xfrm>
          <a:prstGeom prst="roundRect">
            <a:avLst>
              <a:gd name="adj" fmla="val 11290"/>
            </a:avLst>
          </a:prstGeom>
          <a:ln/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wrap="square" lIns="76200" tIns="47625" rIns="76200" bIns="47625" anchor="ctr">
            <a:normAutofit/>
          </a:bodyPr>
          <a:lstStyle/>
          <a:p>
            <a:pPr algn="ctr">
              <a:defRPr sz="1275" b="0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275" b="1" dirty="0">
                <a:ln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lumMod val="50000"/>
                      <a:alpha val="40000"/>
                    </a:schemeClr>
                  </a:outerShdw>
                </a:effectLst>
                <a:latin typeface="Aptos"/>
                <a:ea typeface="Aptos"/>
                <a:cs typeface="Aptos"/>
              </a:rPr>
              <a:t>Module Runtime</a:t>
            </a:r>
          </a:p>
          <a:p>
            <a:pPr algn="ctr">
              <a:defRPr sz="1275" b="0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275" b="1" dirty="0">
                <a:ln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lumMod val="50000"/>
                      <a:alpha val="40000"/>
                    </a:schemeClr>
                  </a:outerShdw>
                </a:effectLst>
                <a:latin typeface="Aptos"/>
                <a:ea typeface="Aptos"/>
                <a:cs typeface="Aptos"/>
              </a:rPr>
              <a:t>Dispatch and Execution Pipelines</a:t>
            </a:r>
          </a:p>
        </p:txBody>
      </p:sp>
      <p:sp>
        <p:nvSpPr>
          <p:cNvPr id="25" name="cross-cutting-middleware">
            <a:extLst>
              <a:ext uri="{FF2B5EF4-FFF2-40B4-BE49-F238E27FC236}">
                <a16:creationId xmlns:a16="http://schemas.microsoft.com/office/drawing/2014/main" id="{E2FB6333-DC70-1765-60F8-A746BE7A6781}"/>
              </a:ext>
            </a:extLst>
          </p:cNvPr>
          <p:cNvSpPr>
            <a:spLocks noGrp="1"/>
          </p:cNvSpPr>
          <p:nvPr/>
        </p:nvSpPr>
        <p:spPr>
          <a:xfrm>
            <a:off x="7317866" y="2219324"/>
            <a:ext cx="3074668" cy="590549"/>
          </a:xfrm>
          <a:prstGeom prst="roundRect">
            <a:avLst>
              <a:gd name="adj" fmla="val 14000"/>
            </a:avLst>
          </a:prstGeom>
          <a:ln w="19050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lIns="76200" tIns="47625" rIns="76200" bIns="47625" anchor="ctr">
            <a:normAutofit fontScale="93488"/>
          </a:bodyPr>
          <a:lstStyle/>
          <a:p>
            <a:pPr>
              <a:defRPr sz="1200" b="0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200" b="0" dirty="0">
                <a:solidFill>
                  <a:srgbClr val="1F2933"/>
                </a:solidFill>
                <a:latin typeface="Aptos"/>
                <a:ea typeface="Aptos"/>
                <a:cs typeface="Aptos"/>
              </a:rPr>
              <a:t>Cross-Cutting Middleware</a:t>
            </a:r>
          </a:p>
          <a:p>
            <a:pPr>
              <a:defRPr sz="1200" b="0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200" b="0" dirty="0">
                <a:solidFill>
                  <a:srgbClr val="1F2933"/>
                </a:solidFill>
                <a:latin typeface="Aptos"/>
                <a:ea typeface="Aptos"/>
                <a:cs typeface="Aptos"/>
              </a:rPr>
              <a:t>Authorization · Validation · Audit · Transaction</a:t>
            </a:r>
          </a:p>
        </p:txBody>
      </p:sp>
      <p:sp>
        <p:nvSpPr>
          <p:cNvPr id="26" name="command-handler">
            <a:extLst>
              <a:ext uri="{FF2B5EF4-FFF2-40B4-BE49-F238E27FC236}">
                <a16:creationId xmlns:a16="http://schemas.microsoft.com/office/drawing/2014/main" id="{7284689C-7F02-F075-B676-09E3218DB506}"/>
              </a:ext>
            </a:extLst>
          </p:cNvPr>
          <p:cNvSpPr>
            <a:spLocks noGrp="1"/>
          </p:cNvSpPr>
          <p:nvPr/>
        </p:nvSpPr>
        <p:spPr>
          <a:xfrm>
            <a:off x="2047875" y="3200400"/>
            <a:ext cx="2143125" cy="400050"/>
          </a:xfrm>
          <a:prstGeom prst="roundRect">
            <a:avLst>
              <a:gd name="adj" fmla="val 16667"/>
            </a:avLst>
          </a:prstGeom>
          <a:solidFill>
            <a:srgbClr val="EEF5FC"/>
          </a:solidFill>
          <a:ln w="9525">
            <a:solidFill>
              <a:srgbClr val="84AEDD"/>
            </a:solidFill>
            <a:prstDash val="solid"/>
          </a:ln>
        </p:spPr>
        <p:txBody>
          <a:bodyPr wrap="square" lIns="76200" tIns="47625" rIns="76200" bIns="47625" anchor="ctr">
            <a:normAutofit fontScale="95780"/>
          </a:bodyPr>
          <a:lstStyle/>
          <a:p>
            <a:pPr algn="ctr"/>
            <a:r>
              <a:rPr sz="1200">
                <a:solidFill>
                  <a:srgbClr val="1F2933"/>
                </a:solidFill>
                <a:latin typeface="Aptos"/>
              </a:rPr>
              <a:t>Command Handler</a:t>
            </a:r>
          </a:p>
        </p:txBody>
      </p:sp>
      <p:sp>
        <p:nvSpPr>
          <p:cNvPr id="27" name="query-handler">
            <a:extLst>
              <a:ext uri="{FF2B5EF4-FFF2-40B4-BE49-F238E27FC236}">
                <a16:creationId xmlns:a16="http://schemas.microsoft.com/office/drawing/2014/main" id="{D052B661-E120-1088-2166-70F2EA019A8C}"/>
              </a:ext>
            </a:extLst>
          </p:cNvPr>
          <p:cNvSpPr>
            <a:spLocks noGrp="1"/>
          </p:cNvSpPr>
          <p:nvPr/>
        </p:nvSpPr>
        <p:spPr>
          <a:xfrm>
            <a:off x="4804001" y="3200400"/>
            <a:ext cx="2143125" cy="400050"/>
          </a:xfrm>
          <a:prstGeom prst="roundRect">
            <a:avLst>
              <a:gd name="adj" fmla="val 16667"/>
            </a:avLst>
          </a:prstGeom>
          <a:solidFill>
            <a:srgbClr val="F6F0FB"/>
          </a:solidFill>
          <a:ln w="9525">
            <a:solidFill>
              <a:srgbClr val="B79AD5"/>
            </a:solidFill>
            <a:prstDash val="solid"/>
          </a:ln>
        </p:spPr>
        <p:txBody>
          <a:bodyPr wrap="square" lIns="76200" tIns="47625" rIns="76200" bIns="47625" anchor="ctr">
            <a:normAutofit/>
          </a:bodyPr>
          <a:lstStyle/>
          <a:p>
            <a:pPr algn="ctr"/>
            <a:r>
              <a:rPr sz="1200">
                <a:solidFill>
                  <a:srgbClr val="1F2933"/>
                </a:solidFill>
                <a:latin typeface="Aptos"/>
              </a:rPr>
              <a:t>Query Handler</a:t>
            </a:r>
          </a:p>
        </p:txBody>
      </p:sp>
      <p:sp>
        <p:nvSpPr>
          <p:cNvPr id="28" name="domain-services">
            <a:extLst>
              <a:ext uri="{FF2B5EF4-FFF2-40B4-BE49-F238E27FC236}">
                <a16:creationId xmlns:a16="http://schemas.microsoft.com/office/drawing/2014/main" id="{30F43679-A8CA-D933-BF43-E768E29F79EC}"/>
              </a:ext>
            </a:extLst>
          </p:cNvPr>
          <p:cNvSpPr>
            <a:spLocks noGrp="1"/>
          </p:cNvSpPr>
          <p:nvPr/>
        </p:nvSpPr>
        <p:spPr>
          <a:xfrm>
            <a:off x="2047875" y="4029075"/>
            <a:ext cx="2143125" cy="323850"/>
          </a:xfrm>
          <a:prstGeom prst="roundRect">
            <a:avLst>
              <a:gd name="adj" fmla="val 20588"/>
            </a:avLst>
          </a:prstGeom>
          <a:solidFill>
            <a:srgbClr val="EEF5FC"/>
          </a:solidFill>
          <a:ln w="9525">
            <a:solidFill>
              <a:srgbClr val="84AEDD"/>
            </a:solidFill>
            <a:prstDash val="solid"/>
          </a:ln>
        </p:spPr>
        <p:txBody>
          <a:bodyPr wrap="square" lIns="76200" tIns="47625" rIns="76200" bIns="47625" anchor="ctr">
            <a:normAutofit fontScale="95780"/>
          </a:bodyPr>
          <a:lstStyle/>
          <a:p>
            <a:pPr algn="ctr"/>
            <a:r>
              <a:rPr sz="1200">
                <a:solidFill>
                  <a:srgbClr val="1F2933"/>
                </a:solidFill>
                <a:latin typeface="Aptos"/>
              </a:rPr>
              <a:t>Domain Services</a:t>
            </a:r>
          </a:p>
        </p:txBody>
      </p:sp>
      <p:sp>
        <p:nvSpPr>
          <p:cNvPr id="29" name="domain-model">
            <a:extLst>
              <a:ext uri="{FF2B5EF4-FFF2-40B4-BE49-F238E27FC236}">
                <a16:creationId xmlns:a16="http://schemas.microsoft.com/office/drawing/2014/main" id="{478244AD-A4B3-7595-D580-FF88C335BEAF}"/>
              </a:ext>
            </a:extLst>
          </p:cNvPr>
          <p:cNvSpPr>
            <a:spLocks noGrp="1"/>
          </p:cNvSpPr>
          <p:nvPr/>
        </p:nvSpPr>
        <p:spPr>
          <a:xfrm>
            <a:off x="2047875" y="4467225"/>
            <a:ext cx="2143125" cy="323850"/>
          </a:xfrm>
          <a:prstGeom prst="roundRect">
            <a:avLst>
              <a:gd name="adj" fmla="val 20588"/>
            </a:avLst>
          </a:prstGeom>
          <a:solidFill>
            <a:srgbClr val="EEF5FC"/>
          </a:solidFill>
          <a:ln w="9525">
            <a:solidFill>
              <a:srgbClr val="84AEDD"/>
            </a:solidFill>
            <a:prstDash val="solid"/>
          </a:ln>
        </p:spPr>
        <p:txBody>
          <a:bodyPr wrap="square" lIns="76200" tIns="47625" rIns="76200" bIns="47625" anchor="ctr">
            <a:normAutofit fontScale="95780"/>
          </a:bodyPr>
          <a:lstStyle/>
          <a:p>
            <a:pPr algn="ctr"/>
            <a:r>
              <a:rPr sz="1200">
                <a:solidFill>
                  <a:srgbClr val="1F2933"/>
                </a:solidFill>
                <a:latin typeface="Aptos"/>
              </a:rPr>
              <a:t>Domain Model</a:t>
            </a:r>
          </a:p>
        </p:txBody>
      </p:sp>
      <p:sp>
        <p:nvSpPr>
          <p:cNvPr id="30" name="query-data-access">
            <a:extLst>
              <a:ext uri="{FF2B5EF4-FFF2-40B4-BE49-F238E27FC236}">
                <a16:creationId xmlns:a16="http://schemas.microsoft.com/office/drawing/2014/main" id="{B0F11077-6DB1-50DF-75B3-FC34FB4B5F8C}"/>
              </a:ext>
            </a:extLst>
          </p:cNvPr>
          <p:cNvSpPr>
            <a:spLocks noGrp="1"/>
          </p:cNvSpPr>
          <p:nvPr/>
        </p:nvSpPr>
        <p:spPr>
          <a:xfrm>
            <a:off x="4804001" y="4286250"/>
            <a:ext cx="2143125" cy="361950"/>
          </a:xfrm>
          <a:prstGeom prst="roundRect">
            <a:avLst>
              <a:gd name="adj" fmla="val 18421"/>
            </a:avLst>
          </a:prstGeom>
          <a:solidFill>
            <a:srgbClr val="F6F0FB"/>
          </a:solidFill>
          <a:ln w="9525">
            <a:solidFill>
              <a:srgbClr val="B79AD5"/>
            </a:solidFill>
            <a:prstDash val="solid"/>
          </a:ln>
        </p:spPr>
        <p:txBody>
          <a:bodyPr wrap="square" lIns="76200" tIns="47625" rIns="76200" bIns="47625" anchor="ctr">
            <a:normAutofit/>
          </a:bodyPr>
          <a:lstStyle/>
          <a:p>
            <a:pPr algn="ctr"/>
            <a:r>
              <a:rPr sz="1200">
                <a:solidFill>
                  <a:srgbClr val="1F2933"/>
                </a:solidFill>
                <a:latin typeface="Aptos"/>
              </a:rPr>
              <a:t>Query Data Access</a:t>
            </a:r>
          </a:p>
        </p:txBody>
      </p:sp>
      <p:sp>
        <p:nvSpPr>
          <p:cNvPr id="31" name="repositories-dbcontext">
            <a:extLst>
              <a:ext uri="{FF2B5EF4-FFF2-40B4-BE49-F238E27FC236}">
                <a16:creationId xmlns:a16="http://schemas.microsoft.com/office/drawing/2014/main" id="{24C2E041-CBA2-B337-1AC3-C9B0AA8D7B9E}"/>
              </a:ext>
            </a:extLst>
          </p:cNvPr>
          <p:cNvSpPr>
            <a:spLocks noGrp="1"/>
          </p:cNvSpPr>
          <p:nvPr/>
        </p:nvSpPr>
        <p:spPr>
          <a:xfrm>
            <a:off x="2047875" y="5143500"/>
            <a:ext cx="2143125" cy="457200"/>
          </a:xfrm>
          <a:prstGeom prst="roundRect">
            <a:avLst>
              <a:gd name="adj" fmla="val 14583"/>
            </a:avLst>
          </a:prstGeom>
          <a:solidFill>
            <a:srgbClr val="EEF5FC"/>
          </a:solidFill>
          <a:ln w="9525">
            <a:solidFill>
              <a:srgbClr val="84AEDD"/>
            </a:solidFill>
            <a:prstDash val="solid"/>
          </a:ln>
        </p:spPr>
        <p:txBody>
          <a:bodyPr wrap="square" lIns="76200" tIns="47625" rIns="76200" bIns="47625" anchor="ctr">
            <a:normAutofit fontScale="95780"/>
          </a:bodyPr>
          <a:lstStyle/>
          <a:p>
            <a:pPr algn="ctr"/>
            <a:r>
              <a:rPr lang="en-US" sz="1200" dirty="0">
                <a:solidFill>
                  <a:srgbClr val="1F2933"/>
                </a:solidFill>
                <a:latin typeface="Aptos"/>
              </a:rPr>
              <a:t>         </a:t>
            </a:r>
            <a:r>
              <a:rPr sz="1200" dirty="0">
                <a:solidFill>
                  <a:srgbClr val="1F2933"/>
                </a:solidFill>
                <a:latin typeface="Aptos"/>
              </a:rPr>
              <a:t>Repositories and DbContext</a:t>
            </a:r>
          </a:p>
        </p:txBody>
      </p:sp>
      <p:sp>
        <p:nvSpPr>
          <p:cNvPr id="32" name="read-infrastructure">
            <a:extLst>
              <a:ext uri="{FF2B5EF4-FFF2-40B4-BE49-F238E27FC236}">
                <a16:creationId xmlns:a16="http://schemas.microsoft.com/office/drawing/2014/main" id="{16EC8CCE-1460-7731-68AB-DB6AF6D8091A}"/>
              </a:ext>
            </a:extLst>
          </p:cNvPr>
          <p:cNvSpPr>
            <a:spLocks noGrp="1"/>
          </p:cNvSpPr>
          <p:nvPr/>
        </p:nvSpPr>
        <p:spPr>
          <a:xfrm>
            <a:off x="4804001" y="5143500"/>
            <a:ext cx="2143125" cy="457200"/>
          </a:xfrm>
          <a:prstGeom prst="roundRect">
            <a:avLst>
              <a:gd name="adj" fmla="val 14583"/>
            </a:avLst>
          </a:prstGeom>
          <a:solidFill>
            <a:srgbClr val="F6F0FB"/>
          </a:solidFill>
          <a:ln w="9525">
            <a:solidFill>
              <a:srgbClr val="B79AD5"/>
            </a:solidFill>
            <a:prstDash val="solid"/>
          </a:ln>
        </p:spPr>
        <p:txBody>
          <a:bodyPr wrap="square" lIns="76200" tIns="47625" rIns="76200" bIns="47625" anchor="ctr">
            <a:normAutofit/>
          </a:bodyPr>
          <a:lstStyle/>
          <a:p>
            <a:pPr algn="ctr">
              <a:defRPr sz="1200" b="0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200" b="0" dirty="0">
                <a:solidFill>
                  <a:srgbClr val="1F2933"/>
                </a:solidFill>
                <a:latin typeface="Aptos"/>
                <a:ea typeface="Aptos"/>
                <a:cs typeface="Aptos"/>
              </a:rPr>
              <a:t>Read Infrastructure</a:t>
            </a:r>
          </a:p>
        </p:txBody>
      </p:sp>
      <p:sp>
        <p:nvSpPr>
          <p:cNvPr id="34" name="integration-event-adapters">
            <a:extLst>
              <a:ext uri="{FF2B5EF4-FFF2-40B4-BE49-F238E27FC236}">
                <a16:creationId xmlns:a16="http://schemas.microsoft.com/office/drawing/2014/main" id="{7CB97C82-E5A1-0A81-9F53-30B2B2E2ECE5}"/>
              </a:ext>
            </a:extLst>
          </p:cNvPr>
          <p:cNvSpPr>
            <a:spLocks noGrp="1"/>
          </p:cNvSpPr>
          <p:nvPr/>
        </p:nvSpPr>
        <p:spPr>
          <a:xfrm>
            <a:off x="7274378" y="5143500"/>
            <a:ext cx="2103120" cy="457200"/>
          </a:xfrm>
          <a:prstGeom prst="roundRect">
            <a:avLst>
              <a:gd name="adj" fmla="val 14583"/>
            </a:avLst>
          </a:prstGeom>
          <a:solidFill>
            <a:srgbClr val="F7F8FA"/>
          </a:solidFill>
          <a:ln w="9525">
            <a:solidFill>
              <a:srgbClr val="C9D1D9"/>
            </a:solidFill>
            <a:prstDash val="solid"/>
          </a:ln>
        </p:spPr>
        <p:txBody>
          <a:bodyPr wrap="square" lIns="76200" tIns="47625" rIns="76200" bIns="47625" anchor="ctr">
            <a:normAutofit fontScale="88280" lnSpcReduction="10000"/>
          </a:bodyPr>
          <a:lstStyle/>
          <a:p>
            <a:pPr algn="ctr">
              <a:defRPr sz="1200" b="0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200" b="0" dirty="0">
                <a:solidFill>
                  <a:srgbClr val="1F2933"/>
                </a:solidFill>
                <a:latin typeface="Aptos"/>
                <a:ea typeface="Aptos"/>
                <a:cs typeface="Aptos"/>
              </a:rPr>
              <a:t>Integration Event</a:t>
            </a:r>
          </a:p>
          <a:p>
            <a:pPr algn="ctr">
              <a:defRPr sz="1200" b="0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200" b="0" dirty="0">
                <a:solidFill>
                  <a:srgbClr val="1F2933"/>
                </a:solidFill>
                <a:latin typeface="Aptos"/>
                <a:ea typeface="Aptos"/>
                <a:cs typeface="Aptos"/>
              </a:rPr>
              <a:t>Adapters</a:t>
            </a:r>
          </a:p>
        </p:txBody>
      </p:sp>
      <p:sp>
        <p:nvSpPr>
          <p:cNvPr id="35" name="cross-module-read-store">
            <a:extLst>
              <a:ext uri="{FF2B5EF4-FFF2-40B4-BE49-F238E27FC236}">
                <a16:creationId xmlns:a16="http://schemas.microsoft.com/office/drawing/2014/main" id="{B586B77E-1BF0-22C9-B6BF-8948C2A82872}"/>
              </a:ext>
            </a:extLst>
          </p:cNvPr>
          <p:cNvSpPr>
            <a:spLocks noGrp="1"/>
          </p:cNvSpPr>
          <p:nvPr/>
        </p:nvSpPr>
        <p:spPr>
          <a:xfrm>
            <a:off x="9704750" y="5143500"/>
            <a:ext cx="2103120" cy="457200"/>
          </a:xfrm>
          <a:prstGeom prst="roundRect">
            <a:avLst>
              <a:gd name="adj" fmla="val 14583"/>
            </a:avLst>
          </a:prstGeom>
          <a:solidFill>
            <a:srgbClr val="F7F8FA"/>
          </a:solidFill>
          <a:ln w="9525">
            <a:solidFill>
              <a:srgbClr val="C9D1D9"/>
            </a:solidFill>
            <a:prstDash val="solid"/>
          </a:ln>
        </p:spPr>
        <p:txBody>
          <a:bodyPr wrap="square" lIns="76200" tIns="47625" rIns="76200" bIns="47625" anchor="ctr">
            <a:normAutofit fontScale="88280" lnSpcReduction="10000"/>
          </a:bodyPr>
          <a:lstStyle/>
          <a:p>
            <a:pPr algn="ctr"/>
            <a:r>
              <a:rPr sz="1200">
                <a:solidFill>
                  <a:srgbClr val="1F2933"/>
                </a:solidFill>
                <a:latin typeface="Aptos"/>
              </a:rPr>
              <a:t>Cross-Module</a:t>
            </a:r>
          </a:p>
          <a:p>
            <a:pPr algn="ctr"/>
            <a:r>
              <a:rPr sz="1200">
                <a:solidFill>
                  <a:srgbClr val="1F2933"/>
                </a:solidFill>
                <a:latin typeface="Aptos"/>
              </a:rPr>
              <a:t>Read Store</a:t>
            </a:r>
          </a:p>
        </p:txBody>
      </p:sp>
      <p:sp>
        <p:nvSpPr>
          <p:cNvPr id="36" name="framework">
            <a:extLst>
              <a:ext uri="{FF2B5EF4-FFF2-40B4-BE49-F238E27FC236}">
                <a16:creationId xmlns:a16="http://schemas.microsoft.com/office/drawing/2014/main" id="{6A5ACBD6-B357-30C1-83EE-A1D74903F923}"/>
              </a:ext>
            </a:extLst>
          </p:cNvPr>
          <p:cNvSpPr>
            <a:spLocks noGrp="1"/>
          </p:cNvSpPr>
          <p:nvPr/>
        </p:nvSpPr>
        <p:spPr>
          <a:xfrm>
            <a:off x="2047875" y="6134100"/>
            <a:ext cx="2047875" cy="400050"/>
          </a:xfrm>
          <a:prstGeom prst="roundRect">
            <a:avLst>
              <a:gd name="adj" fmla="val 16667"/>
            </a:avLst>
          </a:prstGeom>
          <a:solidFill>
            <a:srgbClr val="F7F8FA"/>
          </a:solidFill>
          <a:ln w="9525">
            <a:solidFill>
              <a:srgbClr val="C9D1D9"/>
            </a:solidFill>
            <a:prstDash val="solid"/>
          </a:ln>
        </p:spPr>
        <p:txBody>
          <a:bodyPr wrap="square" lIns="76200" tIns="47625" rIns="76200" bIns="47625" anchor="ctr">
            <a:normAutofit/>
          </a:bodyPr>
          <a:lstStyle/>
          <a:p>
            <a:pPr algn="ctr">
              <a:defRPr sz="1200" b="0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F2933"/>
                </a:solidFill>
                <a:latin typeface="Aptos"/>
                <a:ea typeface="Aptos"/>
                <a:cs typeface="Aptos"/>
              </a:rPr>
              <a:t>Framework.*</a:t>
            </a:r>
          </a:p>
        </p:txBody>
      </p:sp>
      <p:sp>
        <p:nvSpPr>
          <p:cNvPr id="37" name="ef-sql">
            <a:extLst>
              <a:ext uri="{FF2B5EF4-FFF2-40B4-BE49-F238E27FC236}">
                <a16:creationId xmlns:a16="http://schemas.microsoft.com/office/drawing/2014/main" id="{DB06DBE3-5E5B-A1E7-17F1-982D1F10F814}"/>
              </a:ext>
            </a:extLst>
          </p:cNvPr>
          <p:cNvSpPr>
            <a:spLocks noGrp="1"/>
          </p:cNvSpPr>
          <p:nvPr/>
        </p:nvSpPr>
        <p:spPr>
          <a:xfrm>
            <a:off x="4476750" y="6134100"/>
            <a:ext cx="2095500" cy="400050"/>
          </a:xfrm>
          <a:prstGeom prst="roundRect">
            <a:avLst>
              <a:gd name="adj" fmla="val 16667"/>
            </a:avLst>
          </a:prstGeom>
          <a:solidFill>
            <a:srgbClr val="F7F8FA"/>
          </a:solidFill>
          <a:ln w="9525">
            <a:solidFill>
              <a:srgbClr val="C9D1D9"/>
            </a:solidFill>
            <a:prstDash val="solid"/>
          </a:ln>
        </p:spPr>
        <p:txBody>
          <a:bodyPr wrap="square" lIns="76200" tIns="47625" rIns="76200" bIns="47625" anchor="ctr">
            <a:normAutofit/>
          </a:bodyPr>
          <a:lstStyle/>
          <a:p>
            <a:pPr algn="ctr">
              <a:defRPr sz="1200" b="0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F2933"/>
                </a:solidFill>
                <a:latin typeface="Aptos"/>
                <a:ea typeface="Aptos"/>
                <a:cs typeface="Aptos"/>
              </a:rPr>
              <a:t>EF Core · SQL Server</a:t>
            </a:r>
          </a:p>
        </p:txBody>
      </p:sp>
      <p:sp>
        <p:nvSpPr>
          <p:cNvPr id="38" name="messaging-technology">
            <a:extLst>
              <a:ext uri="{FF2B5EF4-FFF2-40B4-BE49-F238E27FC236}">
                <a16:creationId xmlns:a16="http://schemas.microsoft.com/office/drawing/2014/main" id="{BF063B26-86CB-88C8-D650-5DBE28C7A35E}"/>
              </a:ext>
            </a:extLst>
          </p:cNvPr>
          <p:cNvSpPr>
            <a:spLocks noGrp="1"/>
          </p:cNvSpPr>
          <p:nvPr/>
        </p:nvSpPr>
        <p:spPr>
          <a:xfrm>
            <a:off x="6953250" y="6134100"/>
            <a:ext cx="2809875" cy="400050"/>
          </a:xfrm>
          <a:prstGeom prst="roundRect">
            <a:avLst>
              <a:gd name="adj" fmla="val 16667"/>
            </a:avLst>
          </a:prstGeom>
          <a:solidFill>
            <a:srgbClr val="F7F8FA"/>
          </a:solidFill>
          <a:ln w="9525">
            <a:solidFill>
              <a:srgbClr val="C9D1D9"/>
            </a:solidFill>
            <a:prstDash val="solid"/>
          </a:ln>
        </p:spPr>
        <p:txBody>
          <a:bodyPr wrap="square" lIns="76200" tIns="47625" rIns="76200" bIns="47625" anchor="ctr">
            <a:normAutofit/>
          </a:bodyPr>
          <a:lstStyle/>
          <a:p>
            <a:pPr algn="ctr">
              <a:defRPr sz="1200" b="0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F2933"/>
                </a:solidFill>
                <a:latin typeface="Aptos"/>
                <a:ea typeface="Aptos"/>
                <a:cs typeface="Aptos"/>
              </a:rPr>
              <a:t>CAP · MassTransit · Message Broker</a:t>
            </a:r>
          </a:p>
        </p:txBody>
      </p:sp>
      <p:sp>
        <p:nvSpPr>
          <p:cNvPr id="39" name="scheduling-technology">
            <a:extLst>
              <a:ext uri="{FF2B5EF4-FFF2-40B4-BE49-F238E27FC236}">
                <a16:creationId xmlns:a16="http://schemas.microsoft.com/office/drawing/2014/main" id="{3769B262-BC57-D1CF-D418-A96AECA78EB9}"/>
              </a:ext>
            </a:extLst>
          </p:cNvPr>
          <p:cNvSpPr>
            <a:spLocks noGrp="1"/>
          </p:cNvSpPr>
          <p:nvPr/>
        </p:nvSpPr>
        <p:spPr>
          <a:xfrm>
            <a:off x="10144125" y="6134100"/>
            <a:ext cx="1809750" cy="400050"/>
          </a:xfrm>
          <a:prstGeom prst="roundRect">
            <a:avLst>
              <a:gd name="adj" fmla="val 16667"/>
            </a:avLst>
          </a:prstGeom>
          <a:solidFill>
            <a:srgbClr val="F7F8FA"/>
          </a:solidFill>
          <a:ln w="9525">
            <a:solidFill>
              <a:srgbClr val="C9D1D9"/>
            </a:solidFill>
            <a:prstDash val="solid"/>
          </a:ln>
        </p:spPr>
        <p:txBody>
          <a:bodyPr wrap="square" lIns="76200" tIns="47625" rIns="76200" bIns="47625" anchor="ctr">
            <a:normAutofit/>
          </a:bodyPr>
          <a:lstStyle/>
          <a:p>
            <a:pPr algn="ctr">
              <a:defRPr sz="1200" b="0">
                <a:solidFill>
                  <a:srgbClr val="1F293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F2933"/>
                </a:solidFill>
                <a:latin typeface="Aptos"/>
                <a:ea typeface="Aptos"/>
                <a:cs typeface="Aptos"/>
              </a:rPr>
              <a:t>Quartz · DurableTask</a:t>
            </a:r>
          </a:p>
        </p:txBody>
      </p:sp>
      <p:cxnSp>
        <p:nvCxnSpPr>
          <p:cNvPr id="99" name="web-to-http">
            <a:extLst>
              <a:ext uri="{FF2B5EF4-FFF2-40B4-BE49-F238E27FC236}">
                <a16:creationId xmlns:a16="http://schemas.microsoft.com/office/drawing/2014/main" id="{FDE91D97-F6F0-A6D2-5A2B-86881862E5EF}"/>
              </a:ext>
            </a:extLst>
          </p:cNvPr>
          <p:cNvCxnSpPr>
            <a:cxnSpLocks/>
            <a:stCxn id="15" idx="2"/>
            <a:endCxn id="16" idx="0"/>
          </p:cNvCxnSpPr>
          <p:nvPr/>
        </p:nvCxnSpPr>
        <p:spPr>
          <a:xfrm>
            <a:off x="3623310" y="560310"/>
            <a:ext cx="0" cy="193039"/>
          </a:xfrm>
          <a:prstGeom prst="straightConnector1">
            <a:avLst/>
          </a:prstGeom>
          <a:ln w="12700">
            <a:headEnd type="none" w="med" len="med"/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00" name="scheduling-to-job">
            <a:extLst>
              <a:ext uri="{FF2B5EF4-FFF2-40B4-BE49-F238E27FC236}">
                <a16:creationId xmlns:a16="http://schemas.microsoft.com/office/drawing/2014/main" id="{FDD9B379-5380-E1C7-1E0F-EFB069DCD5B2}"/>
              </a:ext>
            </a:extLst>
          </p:cNvPr>
          <p:cNvCxnSpPr>
            <a:cxnSpLocks/>
            <a:stCxn id="17" idx="2"/>
            <a:endCxn id="18" idx="0"/>
          </p:cNvCxnSpPr>
          <p:nvPr/>
        </p:nvCxnSpPr>
        <p:spPr>
          <a:xfrm>
            <a:off x="6714915" y="560310"/>
            <a:ext cx="0" cy="193039"/>
          </a:xfrm>
          <a:prstGeom prst="straightConnector1">
            <a:avLst/>
          </a:prstGeom>
          <a:ln w="12700">
            <a:headEnd type="none" w="med" len="med"/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01" name="messaging-to-consumer">
            <a:extLst>
              <a:ext uri="{FF2B5EF4-FFF2-40B4-BE49-F238E27FC236}">
                <a16:creationId xmlns:a16="http://schemas.microsoft.com/office/drawing/2014/main" id="{4FB1B9F0-E0A6-0A44-98B0-D6E8915A2533}"/>
              </a:ext>
            </a:extLst>
          </p:cNvPr>
          <p:cNvCxnSpPr>
            <a:cxnSpLocks/>
            <a:stCxn id="19" idx="2"/>
            <a:endCxn id="20" idx="0"/>
          </p:cNvCxnSpPr>
          <p:nvPr/>
        </p:nvCxnSpPr>
        <p:spPr>
          <a:xfrm>
            <a:off x="10048601" y="560310"/>
            <a:ext cx="0" cy="193039"/>
          </a:xfrm>
          <a:prstGeom prst="straightConnector1">
            <a:avLst/>
          </a:prstGeom>
          <a:ln w="12700">
            <a:headEnd type="none" w="med" len="med"/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06" name="middleware-wraps-runtime">
            <a:extLst>
              <a:ext uri="{FF2B5EF4-FFF2-40B4-BE49-F238E27FC236}">
                <a16:creationId xmlns:a16="http://schemas.microsoft.com/office/drawing/2014/main" id="{EF370894-9E83-AF21-0939-890286E8BF55}"/>
              </a:ext>
            </a:extLst>
          </p:cNvPr>
          <p:cNvCxnSpPr>
            <a:cxnSpLocks/>
            <a:stCxn id="25" idx="1"/>
            <a:endCxn id="24" idx="3"/>
          </p:cNvCxnSpPr>
          <p:nvPr/>
        </p:nvCxnSpPr>
        <p:spPr>
          <a:xfrm flipH="1">
            <a:off x="6947126" y="2514599"/>
            <a:ext cx="370740" cy="1"/>
          </a:xfrm>
          <a:prstGeom prst="straightConnector1">
            <a:avLst/>
          </a:prstGeom>
          <a:ln w="19050">
            <a:solidFill>
              <a:srgbClr val="2463B5"/>
            </a:solidFill>
            <a:prstDash val="dash"/>
            <a:headEnd type="triangle" w="sm" len="sm"/>
            <a:tailEnd type="triangle" w="sm" len="sm"/>
          </a:ln>
        </p:spPr>
      </p:cxnSp>
      <p:cxnSp>
        <p:nvCxnSpPr>
          <p:cNvPr id="107" name="runtime-to-command">
            <a:extLst>
              <a:ext uri="{FF2B5EF4-FFF2-40B4-BE49-F238E27FC236}">
                <a16:creationId xmlns:a16="http://schemas.microsoft.com/office/drawing/2014/main" id="{E48CAEBC-A614-3AC8-7DC6-DDE90BC76D98}"/>
              </a:ext>
            </a:extLst>
          </p:cNvPr>
          <p:cNvCxnSpPr>
            <a:cxnSpLocks/>
            <a:stCxn id="24" idx="2"/>
            <a:endCxn id="26" idx="0"/>
          </p:cNvCxnSpPr>
          <p:nvPr/>
        </p:nvCxnSpPr>
        <p:spPr>
          <a:xfrm rot="5400000">
            <a:off x="3613208" y="2316106"/>
            <a:ext cx="390525" cy="1378063"/>
          </a:xfrm>
          <a:prstGeom prst="bentConnector3">
            <a:avLst>
              <a:gd name="adj1" fmla="val 50000"/>
            </a:avLst>
          </a:prstGeom>
          <a:ln w="28575">
            <a:headEnd type="none" w="med" len="med"/>
            <a:tailEnd type="arrow" w="sm" len="sm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08" name="runtime-to-query">
            <a:extLst>
              <a:ext uri="{FF2B5EF4-FFF2-40B4-BE49-F238E27FC236}">
                <a16:creationId xmlns:a16="http://schemas.microsoft.com/office/drawing/2014/main" id="{127319B9-F754-412A-10E9-7FC03C8002F9}"/>
              </a:ext>
            </a:extLst>
          </p:cNvPr>
          <p:cNvCxnSpPr>
            <a:cxnSpLocks/>
            <a:stCxn id="24" idx="2"/>
            <a:endCxn id="27" idx="0"/>
          </p:cNvCxnSpPr>
          <p:nvPr/>
        </p:nvCxnSpPr>
        <p:spPr>
          <a:xfrm rot="16200000" flipH="1">
            <a:off x="4991270" y="2316105"/>
            <a:ext cx="390525" cy="1378063"/>
          </a:xfrm>
          <a:prstGeom prst="bentConnector3">
            <a:avLst>
              <a:gd name="adj1" fmla="val 50000"/>
            </a:avLst>
          </a:prstGeom>
          <a:ln w="28575">
            <a:headEnd type="none" w="med" len="med"/>
            <a:tailEnd type="arrow" w="sm" len="sm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09" name="command-to-domain-services">
            <a:extLst>
              <a:ext uri="{FF2B5EF4-FFF2-40B4-BE49-F238E27FC236}">
                <a16:creationId xmlns:a16="http://schemas.microsoft.com/office/drawing/2014/main" id="{87DC8FF5-809E-6406-D62B-9B0B34723A4E}"/>
              </a:ext>
            </a:extLst>
          </p:cNvPr>
          <p:cNvCxnSpPr>
            <a:stCxn id="26" idx="2"/>
            <a:endCxn id="28" idx="0"/>
          </p:cNvCxnSpPr>
          <p:nvPr/>
        </p:nvCxnSpPr>
        <p:spPr>
          <a:xfrm>
            <a:off x="3119438" y="3600450"/>
            <a:ext cx="0" cy="428625"/>
          </a:xfrm>
          <a:prstGeom prst="straightConnector1">
            <a:avLst/>
          </a:prstGeom>
          <a:ln w="28575">
            <a:headEnd type="none" w="med" len="med"/>
            <a:tailEnd type="arrow" w="sm" len="sm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10" name="domain-services-to-domain">
            <a:extLst>
              <a:ext uri="{FF2B5EF4-FFF2-40B4-BE49-F238E27FC236}">
                <a16:creationId xmlns:a16="http://schemas.microsoft.com/office/drawing/2014/main" id="{19274D6C-1430-73F1-F0CB-54565C95A207}"/>
              </a:ext>
            </a:extLst>
          </p:cNvPr>
          <p:cNvCxnSpPr>
            <a:stCxn id="28" idx="2"/>
            <a:endCxn id="29" idx="0"/>
          </p:cNvCxnSpPr>
          <p:nvPr/>
        </p:nvCxnSpPr>
        <p:spPr>
          <a:xfrm>
            <a:off x="3119438" y="4352925"/>
            <a:ext cx="0" cy="114300"/>
          </a:xfrm>
          <a:prstGeom prst="straightConnector1">
            <a:avLst/>
          </a:prstGeom>
          <a:ln w="12700">
            <a:headEnd type="none" w="med" len="med"/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11" name="domain-to-persistence">
            <a:extLst>
              <a:ext uri="{FF2B5EF4-FFF2-40B4-BE49-F238E27FC236}">
                <a16:creationId xmlns:a16="http://schemas.microsoft.com/office/drawing/2014/main" id="{8D4CF84A-1932-C445-95E0-A08F242B6199}"/>
              </a:ext>
            </a:extLst>
          </p:cNvPr>
          <p:cNvCxnSpPr>
            <a:cxnSpLocks/>
            <a:stCxn id="29" idx="2"/>
            <a:endCxn id="31" idx="0"/>
          </p:cNvCxnSpPr>
          <p:nvPr/>
        </p:nvCxnSpPr>
        <p:spPr>
          <a:xfrm>
            <a:off x="3119438" y="4791075"/>
            <a:ext cx="0" cy="352425"/>
          </a:xfrm>
          <a:prstGeom prst="straightConnector1">
            <a:avLst/>
          </a:prstGeom>
          <a:ln w="28575">
            <a:headEnd type="none" w="med" len="med"/>
            <a:tailEnd type="arrow" w="sm" len="sm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12" name="query-to-access">
            <a:extLst>
              <a:ext uri="{FF2B5EF4-FFF2-40B4-BE49-F238E27FC236}">
                <a16:creationId xmlns:a16="http://schemas.microsoft.com/office/drawing/2014/main" id="{828C3FE5-FDB2-0413-FBFC-4EA92230DCDA}"/>
              </a:ext>
            </a:extLst>
          </p:cNvPr>
          <p:cNvCxnSpPr>
            <a:stCxn id="27" idx="2"/>
            <a:endCxn id="30" idx="0"/>
          </p:cNvCxnSpPr>
          <p:nvPr/>
        </p:nvCxnSpPr>
        <p:spPr>
          <a:xfrm>
            <a:off x="5875564" y="3600450"/>
            <a:ext cx="0" cy="685800"/>
          </a:xfrm>
          <a:prstGeom prst="straightConnector1">
            <a:avLst/>
          </a:prstGeom>
          <a:ln w="28575">
            <a:headEnd type="none" w="med" len="med"/>
            <a:tailEnd type="arrow" w="sm" len="sm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13" name="query-access-to-read-infra">
            <a:extLst>
              <a:ext uri="{FF2B5EF4-FFF2-40B4-BE49-F238E27FC236}">
                <a16:creationId xmlns:a16="http://schemas.microsoft.com/office/drawing/2014/main" id="{E9BD6753-048B-FB46-766A-8809EED7B144}"/>
              </a:ext>
            </a:extLst>
          </p:cNvPr>
          <p:cNvCxnSpPr>
            <a:cxnSpLocks/>
            <a:stCxn id="30" idx="2"/>
            <a:endCxn id="32" idx="0"/>
          </p:cNvCxnSpPr>
          <p:nvPr/>
        </p:nvCxnSpPr>
        <p:spPr>
          <a:xfrm>
            <a:off x="5875564" y="4648200"/>
            <a:ext cx="0" cy="495300"/>
          </a:xfrm>
          <a:prstGeom prst="straightConnector1">
            <a:avLst/>
          </a:prstGeom>
          <a:ln w="28575">
            <a:headEnd type="none" w="med" len="med"/>
            <a:tailEnd type="arrow" w="sm" len="sm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14" name="cross-querying-to-store">
            <a:extLst>
              <a:ext uri="{FF2B5EF4-FFF2-40B4-BE49-F238E27FC236}">
                <a16:creationId xmlns:a16="http://schemas.microsoft.com/office/drawing/2014/main" id="{51F82168-782D-8D0E-F1BC-C06A3F0C645B}"/>
              </a:ext>
            </a:extLst>
          </p:cNvPr>
          <p:cNvCxnSpPr>
            <a:cxnSpLocks/>
            <a:stCxn id="23" idx="2"/>
            <a:endCxn id="35" idx="0"/>
          </p:cNvCxnSpPr>
          <p:nvPr/>
        </p:nvCxnSpPr>
        <p:spPr>
          <a:xfrm>
            <a:off x="10756309" y="1854227"/>
            <a:ext cx="1" cy="3289273"/>
          </a:xfrm>
          <a:prstGeom prst="straightConnector1">
            <a:avLst/>
          </a:prstGeom>
          <a:ln w="28575">
            <a:solidFill>
              <a:schemeClr val="accent6">
                <a:lumMod val="75000"/>
              </a:schemeClr>
            </a:solidFill>
            <a:headEnd type="none" w="med" len="med"/>
            <a:tailEnd type="arrow" w="sm" len="sm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6" name="framework-boundary-guide">
            <a:extLst>
              <a:ext uri="{FF2B5EF4-FFF2-40B4-BE49-F238E27FC236}">
                <a16:creationId xmlns:a16="http://schemas.microsoft.com/office/drawing/2014/main" id="{005F1452-BB69-EF56-DD0C-79B196614806}"/>
              </a:ext>
            </a:extLst>
          </p:cNvPr>
          <p:cNvSpPr>
            <a:spLocks noGrp="1"/>
          </p:cNvSpPr>
          <p:nvPr/>
        </p:nvSpPr>
        <p:spPr>
          <a:xfrm>
            <a:off x="3067050" y="5876925"/>
            <a:ext cx="0" cy="19050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ysDash"/>
          </a:ln>
        </p:spPr>
        <p:txBody>
          <a:bodyPr/>
          <a:lstStyle/>
          <a:p>
            <a:endParaRPr lang="en-US"/>
          </a:p>
        </p:txBody>
      </p:sp>
      <p:sp>
        <p:nvSpPr>
          <p:cNvPr id="57" name="ef-boundary-guide">
            <a:extLst>
              <a:ext uri="{FF2B5EF4-FFF2-40B4-BE49-F238E27FC236}">
                <a16:creationId xmlns:a16="http://schemas.microsoft.com/office/drawing/2014/main" id="{A538748F-4189-2319-03D1-866CA6C819E6}"/>
              </a:ext>
            </a:extLst>
          </p:cNvPr>
          <p:cNvSpPr>
            <a:spLocks noGrp="1"/>
          </p:cNvSpPr>
          <p:nvPr/>
        </p:nvSpPr>
        <p:spPr>
          <a:xfrm>
            <a:off x="5524500" y="5876925"/>
            <a:ext cx="0" cy="19050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ysDash"/>
          </a:ln>
        </p:spPr>
        <p:txBody>
          <a:bodyPr/>
          <a:lstStyle/>
          <a:p>
            <a:endParaRPr lang="en-US"/>
          </a:p>
        </p:txBody>
      </p:sp>
      <p:sp>
        <p:nvSpPr>
          <p:cNvPr id="58" name="messaging-boundary-guide">
            <a:extLst>
              <a:ext uri="{FF2B5EF4-FFF2-40B4-BE49-F238E27FC236}">
                <a16:creationId xmlns:a16="http://schemas.microsoft.com/office/drawing/2014/main" id="{378CC8C4-C1F4-7962-A08D-567B0D9D9026}"/>
              </a:ext>
            </a:extLst>
          </p:cNvPr>
          <p:cNvSpPr>
            <a:spLocks noGrp="1"/>
          </p:cNvSpPr>
          <p:nvPr/>
        </p:nvSpPr>
        <p:spPr>
          <a:xfrm>
            <a:off x="8353425" y="5876925"/>
            <a:ext cx="0" cy="19050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ysDash"/>
          </a:ln>
        </p:spPr>
        <p:txBody>
          <a:bodyPr/>
          <a:lstStyle/>
          <a:p>
            <a:endParaRPr lang="en-US"/>
          </a:p>
        </p:txBody>
      </p:sp>
      <p:sp>
        <p:nvSpPr>
          <p:cNvPr id="59" name="scheduling-boundary-guide">
            <a:extLst>
              <a:ext uri="{FF2B5EF4-FFF2-40B4-BE49-F238E27FC236}">
                <a16:creationId xmlns:a16="http://schemas.microsoft.com/office/drawing/2014/main" id="{E60F0160-31DD-8E4F-789E-CC91C58057AB}"/>
              </a:ext>
            </a:extLst>
          </p:cNvPr>
          <p:cNvSpPr>
            <a:spLocks noGrp="1"/>
          </p:cNvSpPr>
          <p:nvPr/>
        </p:nvSpPr>
        <p:spPr>
          <a:xfrm>
            <a:off x="11049000" y="5876925"/>
            <a:ext cx="0" cy="19050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ysDash"/>
          </a:ln>
        </p:spPr>
        <p:txBody>
          <a:bodyPr/>
          <a:lstStyle/>
          <a:p>
            <a:endParaRPr lang="en-US"/>
          </a:p>
        </p:txBody>
      </p:sp>
      <p:cxnSp>
        <p:nvCxnSpPr>
          <p:cNvPr id="123" name="job-optional-process-manager">
            <a:extLst>
              <a:ext uri="{FF2B5EF4-FFF2-40B4-BE49-F238E27FC236}">
                <a16:creationId xmlns:a16="http://schemas.microsoft.com/office/drawing/2014/main" id="{2E135E00-60D2-62E3-56AB-9E57014A8754}"/>
              </a:ext>
            </a:extLst>
          </p:cNvPr>
          <p:cNvCxnSpPr>
            <a:cxnSpLocks/>
            <a:endCxn id="24" idx="0"/>
          </p:cNvCxnSpPr>
          <p:nvPr/>
        </p:nvCxnSpPr>
        <p:spPr>
          <a:xfrm>
            <a:off x="4497501" y="1248243"/>
            <a:ext cx="0" cy="971082"/>
          </a:xfrm>
          <a:prstGeom prst="straightConnector1">
            <a:avLst/>
          </a:prstGeom>
          <a:ln w="28575">
            <a:headEnd type="none" w="med" len="med"/>
            <a:tailEnd type="arrow" w="sm" len="sm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pic>
        <p:nvPicPr>
          <p:cNvPr id="132" name="Graphic 131" descr="Internet with solid fill">
            <a:extLst>
              <a:ext uri="{FF2B5EF4-FFF2-40B4-BE49-F238E27FC236}">
                <a16:creationId xmlns:a16="http://schemas.microsoft.com/office/drawing/2014/main" id="{326DE3E0-198D-697F-5CF2-3233BBAD6F2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03016" y="215488"/>
            <a:ext cx="323884" cy="323884"/>
          </a:xfrm>
          <a:prstGeom prst="rect">
            <a:avLst/>
          </a:prstGeom>
        </p:spPr>
      </p:pic>
      <p:pic>
        <p:nvPicPr>
          <p:cNvPr id="136" name="Graphic 135" descr="Clock with solid fill">
            <a:extLst>
              <a:ext uri="{FF2B5EF4-FFF2-40B4-BE49-F238E27FC236}">
                <a16:creationId xmlns:a16="http://schemas.microsoft.com/office/drawing/2014/main" id="{1C7E586B-4057-BAE3-0021-0BD8D8575B4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16682" y="217410"/>
            <a:ext cx="320040" cy="320040"/>
          </a:xfrm>
          <a:prstGeom prst="rect">
            <a:avLst/>
          </a:prstGeom>
        </p:spPr>
      </p:pic>
      <p:pic>
        <p:nvPicPr>
          <p:cNvPr id="144" name="Graphic 143" descr="Envelope with solid fill">
            <a:extLst>
              <a:ext uri="{FF2B5EF4-FFF2-40B4-BE49-F238E27FC236}">
                <a16:creationId xmlns:a16="http://schemas.microsoft.com/office/drawing/2014/main" id="{FDBB02C0-D2A5-2852-E512-E74E904C823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34787" y="217410"/>
            <a:ext cx="320040" cy="320040"/>
          </a:xfrm>
          <a:prstGeom prst="rect">
            <a:avLst/>
          </a:prstGeom>
        </p:spPr>
      </p:pic>
      <p:pic>
        <p:nvPicPr>
          <p:cNvPr id="157" name="Graphic 156" descr="Database with solid fill">
            <a:extLst>
              <a:ext uri="{FF2B5EF4-FFF2-40B4-BE49-F238E27FC236}">
                <a16:creationId xmlns:a16="http://schemas.microsoft.com/office/drawing/2014/main" id="{12B6BDB3-D674-DB75-928A-130F4C6676A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816951" y="5212263"/>
            <a:ext cx="320040" cy="320040"/>
          </a:xfrm>
          <a:prstGeom prst="rect">
            <a:avLst/>
          </a:prstGeom>
        </p:spPr>
      </p:pic>
      <p:pic>
        <p:nvPicPr>
          <p:cNvPr id="159" name="Graphic 158" descr="Gears with solid fill">
            <a:extLst>
              <a:ext uri="{FF2B5EF4-FFF2-40B4-BE49-F238E27FC236}">
                <a16:creationId xmlns:a16="http://schemas.microsoft.com/office/drawing/2014/main" id="{D20D6FDF-95B8-7E00-0C4F-15202534FF4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470785" y="2290763"/>
            <a:ext cx="457200" cy="457200"/>
          </a:xfrm>
          <a:prstGeom prst="rect">
            <a:avLst/>
          </a:prstGeom>
        </p:spPr>
      </p:pic>
      <p:pic>
        <p:nvPicPr>
          <p:cNvPr id="179" name="Graphic 178" descr="Database with solid fill">
            <a:extLst>
              <a:ext uri="{FF2B5EF4-FFF2-40B4-BE49-F238E27FC236}">
                <a16:creationId xmlns:a16="http://schemas.microsoft.com/office/drawing/2014/main" id="{5DFF71DE-FBCD-2813-E957-541D3535BE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854968" y="5212080"/>
            <a:ext cx="320040" cy="320040"/>
          </a:xfrm>
          <a:prstGeom prst="rect">
            <a:avLst/>
          </a:prstGeom>
        </p:spPr>
      </p:pic>
      <p:grpSp>
        <p:nvGrpSpPr>
          <p:cNvPr id="241" name="Group 240">
            <a:extLst>
              <a:ext uri="{FF2B5EF4-FFF2-40B4-BE49-F238E27FC236}">
                <a16:creationId xmlns:a16="http://schemas.microsoft.com/office/drawing/2014/main" id="{00100681-B8F0-D8BE-F580-6CAE8A54CD00}"/>
              </a:ext>
            </a:extLst>
          </p:cNvPr>
          <p:cNvGrpSpPr/>
          <p:nvPr/>
        </p:nvGrpSpPr>
        <p:grpSpPr>
          <a:xfrm>
            <a:off x="9074386" y="2259516"/>
            <a:ext cx="1110822" cy="274320"/>
            <a:chOff x="9243542" y="2259516"/>
            <a:chExt cx="1110822" cy="274320"/>
          </a:xfrm>
        </p:grpSpPr>
        <p:pic>
          <p:nvPicPr>
            <p:cNvPr id="181" name="Graphic 180" descr="Gauge with solid fill">
              <a:extLst>
                <a:ext uri="{FF2B5EF4-FFF2-40B4-BE49-F238E27FC236}">
                  <a16:creationId xmlns:a16="http://schemas.microsoft.com/office/drawing/2014/main" id="{7BE74D9F-26DC-C832-3B55-74AC975D58C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9243542" y="2259516"/>
              <a:ext cx="274320" cy="274320"/>
            </a:xfrm>
            <a:prstGeom prst="rect">
              <a:avLst/>
            </a:prstGeom>
          </p:spPr>
        </p:pic>
        <p:pic>
          <p:nvPicPr>
            <p:cNvPr id="183" name="Graphic 182" descr="Heartbeat with solid fill">
              <a:extLst>
                <a:ext uri="{FF2B5EF4-FFF2-40B4-BE49-F238E27FC236}">
                  <a16:creationId xmlns:a16="http://schemas.microsoft.com/office/drawing/2014/main" id="{D078A188-2015-0F63-CCE6-7A76A143D71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9661793" y="2259516"/>
              <a:ext cx="274320" cy="274320"/>
            </a:xfrm>
            <a:prstGeom prst="rect">
              <a:avLst/>
            </a:prstGeom>
          </p:spPr>
        </p:pic>
        <p:pic>
          <p:nvPicPr>
            <p:cNvPr id="185" name="Graphic 184" descr="Lock with solid fill">
              <a:extLst>
                <a:ext uri="{FF2B5EF4-FFF2-40B4-BE49-F238E27FC236}">
                  <a16:creationId xmlns:a16="http://schemas.microsoft.com/office/drawing/2014/main" id="{980F81EC-45B9-2337-62AB-CF878CED259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0080044" y="2259516"/>
              <a:ext cx="274320" cy="274320"/>
            </a:xfrm>
            <a:prstGeom prst="rect">
              <a:avLst/>
            </a:prstGeom>
          </p:spPr>
        </p:pic>
      </p:grpSp>
      <p:cxnSp>
        <p:nvCxnSpPr>
          <p:cNvPr id="192" name="cross-querying-to-store">
            <a:extLst>
              <a:ext uri="{FF2B5EF4-FFF2-40B4-BE49-F238E27FC236}">
                <a16:creationId xmlns:a16="http://schemas.microsoft.com/office/drawing/2014/main" id="{011C9EF7-5D1E-C107-2C8A-8D14B6AD0C82}"/>
              </a:ext>
            </a:extLst>
          </p:cNvPr>
          <p:cNvCxnSpPr>
            <a:cxnSpLocks/>
            <a:endCxn id="34" idx="0"/>
          </p:cNvCxnSpPr>
          <p:nvPr/>
        </p:nvCxnSpPr>
        <p:spPr>
          <a:xfrm>
            <a:off x="8287294" y="2809873"/>
            <a:ext cx="0" cy="2333627"/>
          </a:xfrm>
          <a:prstGeom prst="straightConnector1">
            <a:avLst/>
          </a:prstGeom>
          <a:ln w="19050">
            <a:solidFill>
              <a:schemeClr val="accent6">
                <a:lumMod val="75000"/>
              </a:schemeClr>
            </a:solidFill>
            <a:prstDash val="dash"/>
            <a:headEnd type="none" w="med" len="med"/>
            <a:tailEnd type="arrow" w="sm" len="sm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pic>
        <p:nvPicPr>
          <p:cNvPr id="203" name="Graphic 202" descr="Network with solid fill">
            <a:extLst>
              <a:ext uri="{FF2B5EF4-FFF2-40B4-BE49-F238E27FC236}">
                <a16:creationId xmlns:a16="http://schemas.microsoft.com/office/drawing/2014/main" id="{8F26F7EC-96A6-F158-4440-D36C3BC77D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333855" y="5189220"/>
            <a:ext cx="365760" cy="365760"/>
          </a:xfrm>
          <a:prstGeom prst="rect">
            <a:avLst/>
          </a:prstGeom>
        </p:spPr>
      </p:pic>
      <p:pic>
        <p:nvPicPr>
          <p:cNvPr id="205" name="Graphic 204" descr="Single gear with solid fill">
            <a:extLst>
              <a:ext uri="{FF2B5EF4-FFF2-40B4-BE49-F238E27FC236}">
                <a16:creationId xmlns:a16="http://schemas.microsoft.com/office/drawing/2014/main" id="{D261DFDE-3845-BE54-5C8A-F91BC8BC023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171562" y="4053840"/>
            <a:ext cx="274320" cy="274320"/>
          </a:xfrm>
          <a:prstGeom prst="rect">
            <a:avLst/>
          </a:prstGeom>
        </p:spPr>
      </p:pic>
      <p:pic>
        <p:nvPicPr>
          <p:cNvPr id="207" name="Graphic 206" descr="Database with solid fill">
            <a:extLst>
              <a:ext uri="{FF2B5EF4-FFF2-40B4-BE49-F238E27FC236}">
                <a16:creationId xmlns:a16="http://schemas.microsoft.com/office/drawing/2014/main" id="{65898162-584B-65A4-C745-E9009A1C0AD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053415" y="5197510"/>
            <a:ext cx="320040" cy="320040"/>
          </a:xfrm>
          <a:prstGeom prst="rect">
            <a:avLst/>
          </a:prstGeom>
        </p:spPr>
      </p:pic>
      <p:pic>
        <p:nvPicPr>
          <p:cNvPr id="212" name="Graphic 211" descr="Braille with solid fill">
            <a:extLst>
              <a:ext uri="{FF2B5EF4-FFF2-40B4-BE49-F238E27FC236}">
                <a16:creationId xmlns:a16="http://schemas.microsoft.com/office/drawing/2014/main" id="{7C6EAF71-4899-7256-E003-1D61E27DB8D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171562" y="3272234"/>
            <a:ext cx="274320" cy="274320"/>
          </a:xfrm>
          <a:prstGeom prst="rect">
            <a:avLst/>
          </a:prstGeom>
        </p:spPr>
      </p:pic>
      <p:pic>
        <p:nvPicPr>
          <p:cNvPr id="214" name="Graphic 213" descr="Atom with solid fill">
            <a:extLst>
              <a:ext uri="{FF2B5EF4-FFF2-40B4-BE49-F238E27FC236}">
                <a16:creationId xmlns:a16="http://schemas.microsoft.com/office/drawing/2014/main" id="{84C7AFE3-C296-1FEC-D7C8-0A64873FE7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171562" y="4490996"/>
            <a:ext cx="274320" cy="274320"/>
          </a:xfrm>
          <a:prstGeom prst="rect">
            <a:avLst/>
          </a:prstGeom>
        </p:spPr>
      </p:pic>
      <p:pic>
        <p:nvPicPr>
          <p:cNvPr id="216" name="Graphic 215" descr="Pie chart with solid fill">
            <a:extLst>
              <a:ext uri="{FF2B5EF4-FFF2-40B4-BE49-F238E27FC236}">
                <a16:creationId xmlns:a16="http://schemas.microsoft.com/office/drawing/2014/main" id="{0D7CA592-04D1-B1FB-B298-AC4E539D3D1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4905081" y="4337368"/>
            <a:ext cx="274320" cy="274320"/>
          </a:xfrm>
          <a:prstGeom prst="rect">
            <a:avLst/>
          </a:prstGeom>
        </p:spPr>
      </p:pic>
      <p:pic>
        <p:nvPicPr>
          <p:cNvPr id="218" name="Graphic 217" descr="Research with solid fill">
            <a:extLst>
              <a:ext uri="{FF2B5EF4-FFF2-40B4-BE49-F238E27FC236}">
                <a16:creationId xmlns:a16="http://schemas.microsoft.com/office/drawing/2014/main" id="{FF487AD8-BBAD-EAEA-09B7-D54150FA99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923501" y="3275843"/>
            <a:ext cx="274320" cy="274320"/>
          </a:xfrm>
          <a:prstGeom prst="rect">
            <a:avLst/>
          </a:prstGeom>
        </p:spPr>
      </p:pic>
      <p:pic>
        <p:nvPicPr>
          <p:cNvPr id="260" name="Graphic 259" descr="Database with solid fill">
            <a:extLst>
              <a:ext uri="{FF2B5EF4-FFF2-40B4-BE49-F238E27FC236}">
                <a16:creationId xmlns:a16="http://schemas.microsoft.com/office/drawing/2014/main" id="{1CE85842-497E-457A-424A-8FB1BCE8D7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9717429" y="1536092"/>
            <a:ext cx="274320" cy="274320"/>
          </a:xfrm>
          <a:prstGeom prst="rect">
            <a:avLst/>
          </a:prstGeom>
        </p:spPr>
      </p:pic>
      <p:cxnSp>
        <p:nvCxnSpPr>
          <p:cNvPr id="268" name="Straight Connector 267">
            <a:extLst>
              <a:ext uri="{FF2B5EF4-FFF2-40B4-BE49-F238E27FC236}">
                <a16:creationId xmlns:a16="http://schemas.microsoft.com/office/drawing/2014/main" id="{CB7E7479-046C-5EF9-3EE9-19E22AE88D89}"/>
              </a:ext>
            </a:extLst>
          </p:cNvPr>
          <p:cNvCxnSpPr>
            <a:cxnSpLocks/>
          </p:cNvCxnSpPr>
          <p:nvPr/>
        </p:nvCxnSpPr>
        <p:spPr>
          <a:xfrm>
            <a:off x="142681" y="1238912"/>
            <a:ext cx="11887200" cy="0"/>
          </a:xfrm>
          <a:prstGeom prst="line">
            <a:avLst/>
          </a:prstGeom>
          <a:ln w="28575">
            <a:headEnd type="none" w="med" len="med"/>
            <a:tailEnd type="non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pic>
        <p:nvPicPr>
          <p:cNvPr id="277" name="Graphic 276" descr="Venn diagram with solid fill">
            <a:extLst>
              <a:ext uri="{FF2B5EF4-FFF2-40B4-BE49-F238E27FC236}">
                <a16:creationId xmlns:a16="http://schemas.microsoft.com/office/drawing/2014/main" id="{977DA052-3CB6-210D-EDC1-7095A65735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954958" y="1490372"/>
            <a:ext cx="365760" cy="365760"/>
          </a:xfrm>
          <a:prstGeom prst="rect">
            <a:avLst/>
          </a:prstGeom>
        </p:spPr>
      </p:pic>
      <p:cxnSp>
        <p:nvCxnSpPr>
          <p:cNvPr id="21" name="job-optional-process-manager">
            <a:extLst>
              <a:ext uri="{FF2B5EF4-FFF2-40B4-BE49-F238E27FC236}">
                <a16:creationId xmlns:a16="http://schemas.microsoft.com/office/drawing/2014/main" id="{F6175D5E-FB24-1C92-47DD-D17CB494D7A9}"/>
              </a:ext>
            </a:extLst>
          </p:cNvPr>
          <p:cNvCxnSpPr>
            <a:cxnSpLocks/>
            <a:endCxn id="22" idx="0"/>
          </p:cNvCxnSpPr>
          <p:nvPr/>
        </p:nvCxnSpPr>
        <p:spPr>
          <a:xfrm>
            <a:off x="5929604" y="1246453"/>
            <a:ext cx="0" cy="245824"/>
          </a:xfrm>
          <a:prstGeom prst="straightConnector1">
            <a:avLst/>
          </a:prstGeom>
          <a:ln w="28575">
            <a:headEnd type="none" w="med" len="med"/>
            <a:tailEnd type="arrow" w="sm" len="sm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0" name="job-optional-process-manager">
            <a:extLst>
              <a:ext uri="{FF2B5EF4-FFF2-40B4-BE49-F238E27FC236}">
                <a16:creationId xmlns:a16="http://schemas.microsoft.com/office/drawing/2014/main" id="{84FB5807-4DEE-8DCB-3508-F84628C58998}"/>
              </a:ext>
            </a:extLst>
          </p:cNvPr>
          <p:cNvCxnSpPr>
            <a:cxnSpLocks/>
            <a:endCxn id="23" idx="0"/>
          </p:cNvCxnSpPr>
          <p:nvPr/>
        </p:nvCxnSpPr>
        <p:spPr>
          <a:xfrm>
            <a:off x="10756309" y="1238912"/>
            <a:ext cx="0" cy="253365"/>
          </a:xfrm>
          <a:prstGeom prst="straightConnector1">
            <a:avLst/>
          </a:prstGeom>
          <a:ln w="28575">
            <a:headEnd type="none" w="med" len="med"/>
            <a:tailEnd type="arrow" w="sm" len="sm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1" name="job-optional-process-manager">
            <a:extLst>
              <a:ext uri="{FF2B5EF4-FFF2-40B4-BE49-F238E27FC236}">
                <a16:creationId xmlns:a16="http://schemas.microsoft.com/office/drawing/2014/main" id="{C9908D38-54F0-956D-A6E1-1F00396AD273}"/>
              </a:ext>
            </a:extLst>
          </p:cNvPr>
          <p:cNvCxnSpPr>
            <a:cxnSpLocks/>
            <a:stCxn id="22" idx="2"/>
          </p:cNvCxnSpPr>
          <p:nvPr/>
        </p:nvCxnSpPr>
        <p:spPr>
          <a:xfrm>
            <a:off x="5929604" y="1854227"/>
            <a:ext cx="0" cy="365097"/>
          </a:xfrm>
          <a:prstGeom prst="straightConnector1">
            <a:avLst/>
          </a:prstGeom>
          <a:ln w="28575">
            <a:headEnd type="none" w="med" len="med"/>
            <a:tailEnd type="arrow" w="sm" len="sm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9167262"/>
      </p:ext>
    </p:extLst>
  </p:cSld>
  <p:clrMapOvr>
    <a:masterClrMapping/>
  </p:clrMapOvr>
</p:sld>
</file>

<file path=ppt/theme/theme1.xml><?xml version="1.0" encoding="utf-8"?>
<a:theme xmlns:a="http://schemas.openxmlformats.org/drawingml/2006/main" name="Helena">
  <a:themeElements>
    <a:clrScheme name="Helen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elena" id="{83B93026-B8A4-4FE9-8E48-8009734911E7}" vid="{E43B60F7-EC4F-4A08-AFF5-BDC94162E533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TM03457475[[fn=Frame]]</Template>
  <TotalTime>260</TotalTime>
  <Words>114</Words>
  <Application>Microsoft Office PowerPoint</Application>
  <DocSecurity>0</DocSecurity>
  <PresentationFormat>Widescreen</PresentationFormat>
  <Paragraphs>39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Arial</vt:lpstr>
      <vt:lpstr>Calibri</vt:lpstr>
      <vt:lpstr>Neue Haas Grotesk Text Pro</vt:lpstr>
      <vt:lpstr>Helena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Ali Golshani</cp:lastModifiedBy>
  <cp:revision>99</cp:revision>
  <dcterms:created xsi:type="dcterms:W3CDTF">2026-08-20T23:14:16Z</dcterms:created>
  <dcterms:modified xsi:type="dcterms:W3CDTF">2026-08-21T20:25:14Z</dcterms:modified>
</cp:coreProperties>
</file>